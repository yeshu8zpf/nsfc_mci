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</p:sldIdLst>
  <p:sldSz cx="14097000" cy="102489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5" Type="http://schemas.openxmlformats.org/officeDocument/2006/relationships/notesSlide" Target="../notesSlides/notesSlide1.xml"/><Relationship Id="rId34" Type="http://schemas.openxmlformats.org/officeDocument/2006/relationships/slideLayout" Target="../slideLayouts/slideLayout1.xml"/><Relationship Id="rId33" Type="http://schemas.openxmlformats.org/officeDocument/2006/relationships/image" Target="../media/image33.png"/><Relationship Id="rId32" Type="http://schemas.openxmlformats.org/officeDocument/2006/relationships/image" Target="../media/image32.png"/><Relationship Id="rId31" Type="http://schemas.openxmlformats.org/officeDocument/2006/relationships/image" Target="../media/image31.png"/><Relationship Id="rId30" Type="http://schemas.openxmlformats.org/officeDocument/2006/relationships/image" Target="../media/image30.pn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png"/><Relationship Id="rId27" Type="http://schemas.openxmlformats.org/officeDocument/2006/relationships/image" Target="../media/image27.png"/><Relationship Id="rId26" Type="http://schemas.openxmlformats.org/officeDocument/2006/relationships/image" Target="../media/image26.png"/><Relationship Id="rId25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142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142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371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371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600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00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28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28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057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057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285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285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1514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514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1743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743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1971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971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2200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2200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2428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2428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2657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657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886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2886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3114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3114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3343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3343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3571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3571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3800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3800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029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4029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4257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4257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486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4486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4714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4714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943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4943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5172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5172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5400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5400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5629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5629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5857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5857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6086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6086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6315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6315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6543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6543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6772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6772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7000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7000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7229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7229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7458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7" name="矩形 66"/>
          <p:cNvSpPr>
            <a:spLocks noGrp="1"/>
          </p:cNvSpPr>
          <p:nvPr/>
        </p:nvSpPr>
        <p:spPr>
          <a:xfrm>
            <a:off x="7458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7686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7686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7915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1" name="矩形 70"/>
          <p:cNvSpPr>
            <a:spLocks noGrp="1"/>
          </p:cNvSpPr>
          <p:nvPr/>
        </p:nvSpPr>
        <p:spPr>
          <a:xfrm>
            <a:off x="7915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8143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3" name="矩形 72"/>
          <p:cNvSpPr>
            <a:spLocks noGrp="1"/>
          </p:cNvSpPr>
          <p:nvPr/>
        </p:nvSpPr>
        <p:spPr>
          <a:xfrm>
            <a:off x="8143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8372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5" name="矩形 74"/>
          <p:cNvSpPr>
            <a:spLocks noGrp="1"/>
          </p:cNvSpPr>
          <p:nvPr/>
        </p:nvSpPr>
        <p:spPr>
          <a:xfrm>
            <a:off x="8372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8601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7" name="矩形 76"/>
          <p:cNvSpPr>
            <a:spLocks noGrp="1"/>
          </p:cNvSpPr>
          <p:nvPr/>
        </p:nvSpPr>
        <p:spPr>
          <a:xfrm>
            <a:off x="8601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8829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79" name="矩形 78"/>
          <p:cNvSpPr>
            <a:spLocks noGrp="1"/>
          </p:cNvSpPr>
          <p:nvPr/>
        </p:nvSpPr>
        <p:spPr>
          <a:xfrm>
            <a:off x="8829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0" name="矩形 79"/>
          <p:cNvSpPr>
            <a:spLocks noGrp="1"/>
          </p:cNvSpPr>
          <p:nvPr/>
        </p:nvSpPr>
        <p:spPr>
          <a:xfrm>
            <a:off x="9058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1" name="矩形 80"/>
          <p:cNvSpPr>
            <a:spLocks noGrp="1"/>
          </p:cNvSpPr>
          <p:nvPr/>
        </p:nvSpPr>
        <p:spPr>
          <a:xfrm>
            <a:off x="9058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2" name="矩形 81"/>
          <p:cNvSpPr>
            <a:spLocks noGrp="1"/>
          </p:cNvSpPr>
          <p:nvPr/>
        </p:nvSpPr>
        <p:spPr>
          <a:xfrm>
            <a:off x="9286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3" name="矩形 82"/>
          <p:cNvSpPr>
            <a:spLocks noGrp="1"/>
          </p:cNvSpPr>
          <p:nvPr/>
        </p:nvSpPr>
        <p:spPr>
          <a:xfrm>
            <a:off x="9286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9515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5" name="矩形 84"/>
          <p:cNvSpPr>
            <a:spLocks noGrp="1"/>
          </p:cNvSpPr>
          <p:nvPr/>
        </p:nvSpPr>
        <p:spPr>
          <a:xfrm>
            <a:off x="9515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6" name="矩形 85"/>
          <p:cNvSpPr>
            <a:spLocks noGrp="1"/>
          </p:cNvSpPr>
          <p:nvPr/>
        </p:nvSpPr>
        <p:spPr>
          <a:xfrm>
            <a:off x="9744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7" name="矩形 86"/>
          <p:cNvSpPr>
            <a:spLocks noGrp="1"/>
          </p:cNvSpPr>
          <p:nvPr/>
        </p:nvSpPr>
        <p:spPr>
          <a:xfrm>
            <a:off x="9744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8" name="矩形 87"/>
          <p:cNvSpPr>
            <a:spLocks noGrp="1"/>
          </p:cNvSpPr>
          <p:nvPr/>
        </p:nvSpPr>
        <p:spPr>
          <a:xfrm>
            <a:off x="9972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89" name="矩形 88"/>
          <p:cNvSpPr>
            <a:spLocks noGrp="1"/>
          </p:cNvSpPr>
          <p:nvPr/>
        </p:nvSpPr>
        <p:spPr>
          <a:xfrm>
            <a:off x="9972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10201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1" name="矩形 90"/>
          <p:cNvSpPr>
            <a:spLocks noGrp="1"/>
          </p:cNvSpPr>
          <p:nvPr/>
        </p:nvSpPr>
        <p:spPr>
          <a:xfrm>
            <a:off x="10201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2" name="矩形 91"/>
          <p:cNvSpPr>
            <a:spLocks noGrp="1"/>
          </p:cNvSpPr>
          <p:nvPr/>
        </p:nvSpPr>
        <p:spPr>
          <a:xfrm>
            <a:off x="10429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3" name="矩形 92"/>
          <p:cNvSpPr>
            <a:spLocks noGrp="1"/>
          </p:cNvSpPr>
          <p:nvPr/>
        </p:nvSpPr>
        <p:spPr>
          <a:xfrm>
            <a:off x="10429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4" name="矩形 93"/>
          <p:cNvSpPr>
            <a:spLocks noGrp="1"/>
          </p:cNvSpPr>
          <p:nvPr/>
        </p:nvSpPr>
        <p:spPr>
          <a:xfrm>
            <a:off x="10658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5" name="矩形 94"/>
          <p:cNvSpPr>
            <a:spLocks noGrp="1"/>
          </p:cNvSpPr>
          <p:nvPr/>
        </p:nvSpPr>
        <p:spPr>
          <a:xfrm>
            <a:off x="10658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10887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7" name="矩形 96"/>
          <p:cNvSpPr>
            <a:spLocks noGrp="1"/>
          </p:cNvSpPr>
          <p:nvPr/>
        </p:nvSpPr>
        <p:spPr>
          <a:xfrm>
            <a:off x="10887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8" name="矩形 97"/>
          <p:cNvSpPr>
            <a:spLocks noGrp="1"/>
          </p:cNvSpPr>
          <p:nvPr/>
        </p:nvSpPr>
        <p:spPr>
          <a:xfrm>
            <a:off x="11115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99" name="矩形 98"/>
          <p:cNvSpPr>
            <a:spLocks noGrp="1"/>
          </p:cNvSpPr>
          <p:nvPr/>
        </p:nvSpPr>
        <p:spPr>
          <a:xfrm>
            <a:off x="11115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0" name="矩形 99"/>
          <p:cNvSpPr>
            <a:spLocks noGrp="1"/>
          </p:cNvSpPr>
          <p:nvPr/>
        </p:nvSpPr>
        <p:spPr>
          <a:xfrm>
            <a:off x="11344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1" name="矩形 100"/>
          <p:cNvSpPr>
            <a:spLocks noGrp="1"/>
          </p:cNvSpPr>
          <p:nvPr/>
        </p:nvSpPr>
        <p:spPr>
          <a:xfrm>
            <a:off x="11344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11572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3" name="矩形 102"/>
          <p:cNvSpPr>
            <a:spLocks noGrp="1"/>
          </p:cNvSpPr>
          <p:nvPr/>
        </p:nvSpPr>
        <p:spPr>
          <a:xfrm>
            <a:off x="11572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4" name="矩形 103"/>
          <p:cNvSpPr>
            <a:spLocks noGrp="1"/>
          </p:cNvSpPr>
          <p:nvPr/>
        </p:nvSpPr>
        <p:spPr>
          <a:xfrm>
            <a:off x="11801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5" name="矩形 104"/>
          <p:cNvSpPr>
            <a:spLocks noGrp="1"/>
          </p:cNvSpPr>
          <p:nvPr/>
        </p:nvSpPr>
        <p:spPr>
          <a:xfrm>
            <a:off x="11801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6" name="矩形 105"/>
          <p:cNvSpPr>
            <a:spLocks noGrp="1"/>
          </p:cNvSpPr>
          <p:nvPr/>
        </p:nvSpPr>
        <p:spPr>
          <a:xfrm>
            <a:off x="12030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7" name="矩形 106"/>
          <p:cNvSpPr>
            <a:spLocks noGrp="1"/>
          </p:cNvSpPr>
          <p:nvPr/>
        </p:nvSpPr>
        <p:spPr>
          <a:xfrm>
            <a:off x="12030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12258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09" name="矩形 108"/>
          <p:cNvSpPr>
            <a:spLocks noGrp="1"/>
          </p:cNvSpPr>
          <p:nvPr/>
        </p:nvSpPr>
        <p:spPr>
          <a:xfrm>
            <a:off x="12258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0" name="矩形 109"/>
          <p:cNvSpPr>
            <a:spLocks noGrp="1"/>
          </p:cNvSpPr>
          <p:nvPr/>
        </p:nvSpPr>
        <p:spPr>
          <a:xfrm>
            <a:off x="12487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1" name="矩形 110"/>
          <p:cNvSpPr>
            <a:spLocks noGrp="1"/>
          </p:cNvSpPr>
          <p:nvPr/>
        </p:nvSpPr>
        <p:spPr>
          <a:xfrm>
            <a:off x="12487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2" name="矩形 111"/>
          <p:cNvSpPr>
            <a:spLocks noGrp="1"/>
          </p:cNvSpPr>
          <p:nvPr/>
        </p:nvSpPr>
        <p:spPr>
          <a:xfrm>
            <a:off x="127158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3" name="矩形 112"/>
          <p:cNvSpPr>
            <a:spLocks noGrp="1"/>
          </p:cNvSpPr>
          <p:nvPr/>
        </p:nvSpPr>
        <p:spPr>
          <a:xfrm>
            <a:off x="127158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4" name="矩形 113"/>
          <p:cNvSpPr>
            <a:spLocks noGrp="1"/>
          </p:cNvSpPr>
          <p:nvPr/>
        </p:nvSpPr>
        <p:spPr>
          <a:xfrm>
            <a:off x="129444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5" name="矩形 114"/>
          <p:cNvSpPr>
            <a:spLocks noGrp="1"/>
          </p:cNvSpPr>
          <p:nvPr/>
        </p:nvSpPr>
        <p:spPr>
          <a:xfrm>
            <a:off x="129444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6" name="矩形 115"/>
          <p:cNvSpPr>
            <a:spLocks noGrp="1"/>
          </p:cNvSpPr>
          <p:nvPr/>
        </p:nvSpPr>
        <p:spPr>
          <a:xfrm>
            <a:off x="131730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7" name="矩形 116"/>
          <p:cNvSpPr>
            <a:spLocks noGrp="1"/>
          </p:cNvSpPr>
          <p:nvPr/>
        </p:nvSpPr>
        <p:spPr>
          <a:xfrm>
            <a:off x="131730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8" name="矩形 117"/>
          <p:cNvSpPr>
            <a:spLocks noGrp="1"/>
          </p:cNvSpPr>
          <p:nvPr/>
        </p:nvSpPr>
        <p:spPr>
          <a:xfrm>
            <a:off x="134016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19" name="矩形 118"/>
          <p:cNvSpPr>
            <a:spLocks noGrp="1"/>
          </p:cNvSpPr>
          <p:nvPr/>
        </p:nvSpPr>
        <p:spPr>
          <a:xfrm>
            <a:off x="134016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0" name="矩形 119"/>
          <p:cNvSpPr>
            <a:spLocks noGrp="1"/>
          </p:cNvSpPr>
          <p:nvPr/>
        </p:nvSpPr>
        <p:spPr>
          <a:xfrm>
            <a:off x="13630275" y="190500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1" name="矩形 120"/>
          <p:cNvSpPr>
            <a:spLocks noGrp="1"/>
          </p:cNvSpPr>
          <p:nvPr/>
        </p:nvSpPr>
        <p:spPr>
          <a:xfrm>
            <a:off x="13630275" y="10067925"/>
            <a:ext cx="11430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2" name="矩形 121"/>
          <p:cNvSpPr>
            <a:spLocks noGrp="1"/>
          </p:cNvSpPr>
          <p:nvPr/>
        </p:nvSpPr>
        <p:spPr>
          <a:xfrm>
            <a:off x="13858875" y="190500"/>
            <a:ext cx="9525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3" name="矩形 122"/>
          <p:cNvSpPr>
            <a:spLocks noGrp="1"/>
          </p:cNvSpPr>
          <p:nvPr/>
        </p:nvSpPr>
        <p:spPr>
          <a:xfrm>
            <a:off x="13858875" y="10067925"/>
            <a:ext cx="95250" cy="28575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4" name="矩形 123"/>
          <p:cNvSpPr>
            <a:spLocks noGrp="1"/>
          </p:cNvSpPr>
          <p:nvPr/>
        </p:nvSpPr>
        <p:spPr>
          <a:xfrm>
            <a:off x="142875" y="190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5" name="矩形 124"/>
          <p:cNvSpPr>
            <a:spLocks noGrp="1"/>
          </p:cNvSpPr>
          <p:nvPr/>
        </p:nvSpPr>
        <p:spPr>
          <a:xfrm>
            <a:off x="13925550" y="190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6" name="矩形 125"/>
          <p:cNvSpPr>
            <a:spLocks noGrp="1"/>
          </p:cNvSpPr>
          <p:nvPr/>
        </p:nvSpPr>
        <p:spPr>
          <a:xfrm>
            <a:off x="142875" y="419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7" name="矩形 126"/>
          <p:cNvSpPr>
            <a:spLocks noGrp="1"/>
          </p:cNvSpPr>
          <p:nvPr/>
        </p:nvSpPr>
        <p:spPr>
          <a:xfrm>
            <a:off x="13925550" y="419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8" name="矩形 127"/>
          <p:cNvSpPr>
            <a:spLocks noGrp="1"/>
          </p:cNvSpPr>
          <p:nvPr/>
        </p:nvSpPr>
        <p:spPr>
          <a:xfrm>
            <a:off x="142875" y="647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29" name="矩形 128"/>
          <p:cNvSpPr>
            <a:spLocks noGrp="1"/>
          </p:cNvSpPr>
          <p:nvPr/>
        </p:nvSpPr>
        <p:spPr>
          <a:xfrm>
            <a:off x="13925550" y="647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0" name="矩形 129"/>
          <p:cNvSpPr>
            <a:spLocks noGrp="1"/>
          </p:cNvSpPr>
          <p:nvPr/>
        </p:nvSpPr>
        <p:spPr>
          <a:xfrm>
            <a:off x="142875" y="876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1" name="矩形 130"/>
          <p:cNvSpPr>
            <a:spLocks noGrp="1"/>
          </p:cNvSpPr>
          <p:nvPr/>
        </p:nvSpPr>
        <p:spPr>
          <a:xfrm>
            <a:off x="13925550" y="876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2" name="矩形 131"/>
          <p:cNvSpPr>
            <a:spLocks noGrp="1"/>
          </p:cNvSpPr>
          <p:nvPr/>
        </p:nvSpPr>
        <p:spPr>
          <a:xfrm>
            <a:off x="142875" y="1104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3" name="矩形 132"/>
          <p:cNvSpPr>
            <a:spLocks noGrp="1"/>
          </p:cNvSpPr>
          <p:nvPr/>
        </p:nvSpPr>
        <p:spPr>
          <a:xfrm>
            <a:off x="13925550" y="1104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4" name="矩形 133"/>
          <p:cNvSpPr>
            <a:spLocks noGrp="1"/>
          </p:cNvSpPr>
          <p:nvPr/>
        </p:nvSpPr>
        <p:spPr>
          <a:xfrm>
            <a:off x="142875" y="1333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5" name="矩形 134"/>
          <p:cNvSpPr>
            <a:spLocks noGrp="1"/>
          </p:cNvSpPr>
          <p:nvPr/>
        </p:nvSpPr>
        <p:spPr>
          <a:xfrm>
            <a:off x="13925550" y="1333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6" name="矩形 135"/>
          <p:cNvSpPr>
            <a:spLocks noGrp="1"/>
          </p:cNvSpPr>
          <p:nvPr/>
        </p:nvSpPr>
        <p:spPr>
          <a:xfrm>
            <a:off x="142875" y="1562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7" name="矩形 136"/>
          <p:cNvSpPr>
            <a:spLocks noGrp="1"/>
          </p:cNvSpPr>
          <p:nvPr/>
        </p:nvSpPr>
        <p:spPr>
          <a:xfrm>
            <a:off x="13925550" y="1562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8" name="矩形 137"/>
          <p:cNvSpPr>
            <a:spLocks noGrp="1"/>
          </p:cNvSpPr>
          <p:nvPr/>
        </p:nvSpPr>
        <p:spPr>
          <a:xfrm>
            <a:off x="142875" y="1790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39" name="矩形 138"/>
          <p:cNvSpPr>
            <a:spLocks noGrp="1"/>
          </p:cNvSpPr>
          <p:nvPr/>
        </p:nvSpPr>
        <p:spPr>
          <a:xfrm>
            <a:off x="13925550" y="1790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0" name="矩形 139"/>
          <p:cNvSpPr>
            <a:spLocks noGrp="1"/>
          </p:cNvSpPr>
          <p:nvPr/>
        </p:nvSpPr>
        <p:spPr>
          <a:xfrm>
            <a:off x="142875" y="2019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1" name="矩形 140"/>
          <p:cNvSpPr>
            <a:spLocks noGrp="1"/>
          </p:cNvSpPr>
          <p:nvPr/>
        </p:nvSpPr>
        <p:spPr>
          <a:xfrm>
            <a:off x="13925550" y="2019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2" name="矩形 141"/>
          <p:cNvSpPr>
            <a:spLocks noGrp="1"/>
          </p:cNvSpPr>
          <p:nvPr/>
        </p:nvSpPr>
        <p:spPr>
          <a:xfrm>
            <a:off x="142875" y="2247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3" name="矩形 142"/>
          <p:cNvSpPr>
            <a:spLocks noGrp="1"/>
          </p:cNvSpPr>
          <p:nvPr/>
        </p:nvSpPr>
        <p:spPr>
          <a:xfrm>
            <a:off x="13925550" y="2247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4" name="矩形 143"/>
          <p:cNvSpPr>
            <a:spLocks noGrp="1"/>
          </p:cNvSpPr>
          <p:nvPr/>
        </p:nvSpPr>
        <p:spPr>
          <a:xfrm>
            <a:off x="142875" y="2476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5" name="矩形 144"/>
          <p:cNvSpPr>
            <a:spLocks noGrp="1"/>
          </p:cNvSpPr>
          <p:nvPr/>
        </p:nvSpPr>
        <p:spPr>
          <a:xfrm>
            <a:off x="13925550" y="2476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6" name="矩形 145"/>
          <p:cNvSpPr>
            <a:spLocks noGrp="1"/>
          </p:cNvSpPr>
          <p:nvPr/>
        </p:nvSpPr>
        <p:spPr>
          <a:xfrm>
            <a:off x="142875" y="2705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7" name="矩形 146"/>
          <p:cNvSpPr>
            <a:spLocks noGrp="1"/>
          </p:cNvSpPr>
          <p:nvPr/>
        </p:nvSpPr>
        <p:spPr>
          <a:xfrm>
            <a:off x="13925550" y="2705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8" name="矩形 147"/>
          <p:cNvSpPr>
            <a:spLocks noGrp="1"/>
          </p:cNvSpPr>
          <p:nvPr/>
        </p:nvSpPr>
        <p:spPr>
          <a:xfrm>
            <a:off x="142875" y="2933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49" name="矩形 148"/>
          <p:cNvSpPr>
            <a:spLocks noGrp="1"/>
          </p:cNvSpPr>
          <p:nvPr/>
        </p:nvSpPr>
        <p:spPr>
          <a:xfrm>
            <a:off x="13925550" y="2933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0" name="矩形 149"/>
          <p:cNvSpPr>
            <a:spLocks noGrp="1"/>
          </p:cNvSpPr>
          <p:nvPr/>
        </p:nvSpPr>
        <p:spPr>
          <a:xfrm>
            <a:off x="142875" y="3162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1" name="矩形 150"/>
          <p:cNvSpPr>
            <a:spLocks noGrp="1"/>
          </p:cNvSpPr>
          <p:nvPr/>
        </p:nvSpPr>
        <p:spPr>
          <a:xfrm>
            <a:off x="13925550" y="3162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2" name="矩形 151"/>
          <p:cNvSpPr>
            <a:spLocks noGrp="1"/>
          </p:cNvSpPr>
          <p:nvPr/>
        </p:nvSpPr>
        <p:spPr>
          <a:xfrm>
            <a:off x="142875" y="3390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3" name="矩形 152"/>
          <p:cNvSpPr>
            <a:spLocks noGrp="1"/>
          </p:cNvSpPr>
          <p:nvPr/>
        </p:nvSpPr>
        <p:spPr>
          <a:xfrm>
            <a:off x="13925550" y="3390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4" name="矩形 153"/>
          <p:cNvSpPr>
            <a:spLocks noGrp="1"/>
          </p:cNvSpPr>
          <p:nvPr/>
        </p:nvSpPr>
        <p:spPr>
          <a:xfrm>
            <a:off x="142875" y="3619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5" name="矩形 154"/>
          <p:cNvSpPr>
            <a:spLocks noGrp="1"/>
          </p:cNvSpPr>
          <p:nvPr/>
        </p:nvSpPr>
        <p:spPr>
          <a:xfrm>
            <a:off x="13925550" y="3619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6" name="矩形 155"/>
          <p:cNvSpPr>
            <a:spLocks noGrp="1"/>
          </p:cNvSpPr>
          <p:nvPr/>
        </p:nvSpPr>
        <p:spPr>
          <a:xfrm>
            <a:off x="142875" y="3848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7" name="矩形 156"/>
          <p:cNvSpPr>
            <a:spLocks noGrp="1"/>
          </p:cNvSpPr>
          <p:nvPr/>
        </p:nvSpPr>
        <p:spPr>
          <a:xfrm>
            <a:off x="13925550" y="3848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8" name="矩形 157"/>
          <p:cNvSpPr>
            <a:spLocks noGrp="1"/>
          </p:cNvSpPr>
          <p:nvPr/>
        </p:nvSpPr>
        <p:spPr>
          <a:xfrm>
            <a:off x="142875" y="4076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59" name="矩形 158"/>
          <p:cNvSpPr>
            <a:spLocks noGrp="1"/>
          </p:cNvSpPr>
          <p:nvPr/>
        </p:nvSpPr>
        <p:spPr>
          <a:xfrm>
            <a:off x="13925550" y="4076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0" name="矩形 159"/>
          <p:cNvSpPr>
            <a:spLocks noGrp="1"/>
          </p:cNvSpPr>
          <p:nvPr/>
        </p:nvSpPr>
        <p:spPr>
          <a:xfrm>
            <a:off x="142875" y="4305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1" name="矩形 160"/>
          <p:cNvSpPr>
            <a:spLocks noGrp="1"/>
          </p:cNvSpPr>
          <p:nvPr/>
        </p:nvSpPr>
        <p:spPr>
          <a:xfrm>
            <a:off x="13925550" y="4305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2" name="矩形 161"/>
          <p:cNvSpPr>
            <a:spLocks noGrp="1"/>
          </p:cNvSpPr>
          <p:nvPr/>
        </p:nvSpPr>
        <p:spPr>
          <a:xfrm>
            <a:off x="142875" y="4533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3" name="矩形 162"/>
          <p:cNvSpPr>
            <a:spLocks noGrp="1"/>
          </p:cNvSpPr>
          <p:nvPr/>
        </p:nvSpPr>
        <p:spPr>
          <a:xfrm>
            <a:off x="13925550" y="4533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4" name="矩形 163"/>
          <p:cNvSpPr>
            <a:spLocks noGrp="1"/>
          </p:cNvSpPr>
          <p:nvPr/>
        </p:nvSpPr>
        <p:spPr>
          <a:xfrm>
            <a:off x="142875" y="4762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5" name="矩形 164"/>
          <p:cNvSpPr>
            <a:spLocks noGrp="1"/>
          </p:cNvSpPr>
          <p:nvPr/>
        </p:nvSpPr>
        <p:spPr>
          <a:xfrm>
            <a:off x="13925550" y="4762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6" name="矩形 165"/>
          <p:cNvSpPr>
            <a:spLocks noGrp="1"/>
          </p:cNvSpPr>
          <p:nvPr/>
        </p:nvSpPr>
        <p:spPr>
          <a:xfrm>
            <a:off x="142875" y="4991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7" name="矩形 166"/>
          <p:cNvSpPr>
            <a:spLocks noGrp="1"/>
          </p:cNvSpPr>
          <p:nvPr/>
        </p:nvSpPr>
        <p:spPr>
          <a:xfrm>
            <a:off x="13925550" y="4991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8" name="矩形 167"/>
          <p:cNvSpPr>
            <a:spLocks noGrp="1"/>
          </p:cNvSpPr>
          <p:nvPr/>
        </p:nvSpPr>
        <p:spPr>
          <a:xfrm>
            <a:off x="142875" y="5219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69" name="矩形 168"/>
          <p:cNvSpPr>
            <a:spLocks noGrp="1"/>
          </p:cNvSpPr>
          <p:nvPr/>
        </p:nvSpPr>
        <p:spPr>
          <a:xfrm>
            <a:off x="13925550" y="5219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0" name="矩形 169"/>
          <p:cNvSpPr>
            <a:spLocks noGrp="1"/>
          </p:cNvSpPr>
          <p:nvPr/>
        </p:nvSpPr>
        <p:spPr>
          <a:xfrm>
            <a:off x="142875" y="5448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1" name="矩形 170"/>
          <p:cNvSpPr>
            <a:spLocks noGrp="1"/>
          </p:cNvSpPr>
          <p:nvPr/>
        </p:nvSpPr>
        <p:spPr>
          <a:xfrm>
            <a:off x="13925550" y="5448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2" name="矩形 171"/>
          <p:cNvSpPr>
            <a:spLocks noGrp="1"/>
          </p:cNvSpPr>
          <p:nvPr/>
        </p:nvSpPr>
        <p:spPr>
          <a:xfrm>
            <a:off x="142875" y="5676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3" name="矩形 172"/>
          <p:cNvSpPr>
            <a:spLocks noGrp="1"/>
          </p:cNvSpPr>
          <p:nvPr/>
        </p:nvSpPr>
        <p:spPr>
          <a:xfrm>
            <a:off x="13925550" y="5676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4" name="矩形 173"/>
          <p:cNvSpPr>
            <a:spLocks noGrp="1"/>
          </p:cNvSpPr>
          <p:nvPr/>
        </p:nvSpPr>
        <p:spPr>
          <a:xfrm>
            <a:off x="142875" y="5905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5" name="矩形 174"/>
          <p:cNvSpPr>
            <a:spLocks noGrp="1"/>
          </p:cNvSpPr>
          <p:nvPr/>
        </p:nvSpPr>
        <p:spPr>
          <a:xfrm>
            <a:off x="13925550" y="5905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6" name="矩形 175"/>
          <p:cNvSpPr>
            <a:spLocks noGrp="1"/>
          </p:cNvSpPr>
          <p:nvPr/>
        </p:nvSpPr>
        <p:spPr>
          <a:xfrm>
            <a:off x="142875" y="6134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7" name="矩形 176"/>
          <p:cNvSpPr>
            <a:spLocks noGrp="1"/>
          </p:cNvSpPr>
          <p:nvPr/>
        </p:nvSpPr>
        <p:spPr>
          <a:xfrm>
            <a:off x="13925550" y="6134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8" name="矩形 177"/>
          <p:cNvSpPr>
            <a:spLocks noGrp="1"/>
          </p:cNvSpPr>
          <p:nvPr/>
        </p:nvSpPr>
        <p:spPr>
          <a:xfrm>
            <a:off x="142875" y="6362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79" name="矩形 178"/>
          <p:cNvSpPr>
            <a:spLocks noGrp="1"/>
          </p:cNvSpPr>
          <p:nvPr/>
        </p:nvSpPr>
        <p:spPr>
          <a:xfrm>
            <a:off x="13925550" y="6362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0" name="矩形 179"/>
          <p:cNvSpPr>
            <a:spLocks noGrp="1"/>
          </p:cNvSpPr>
          <p:nvPr/>
        </p:nvSpPr>
        <p:spPr>
          <a:xfrm>
            <a:off x="142875" y="6591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1" name="矩形 180"/>
          <p:cNvSpPr>
            <a:spLocks noGrp="1"/>
          </p:cNvSpPr>
          <p:nvPr/>
        </p:nvSpPr>
        <p:spPr>
          <a:xfrm>
            <a:off x="13925550" y="6591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2" name="矩形 181"/>
          <p:cNvSpPr>
            <a:spLocks noGrp="1"/>
          </p:cNvSpPr>
          <p:nvPr/>
        </p:nvSpPr>
        <p:spPr>
          <a:xfrm>
            <a:off x="142875" y="6819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3" name="矩形 182"/>
          <p:cNvSpPr>
            <a:spLocks noGrp="1"/>
          </p:cNvSpPr>
          <p:nvPr/>
        </p:nvSpPr>
        <p:spPr>
          <a:xfrm>
            <a:off x="13925550" y="6819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4" name="矩形 183"/>
          <p:cNvSpPr>
            <a:spLocks noGrp="1"/>
          </p:cNvSpPr>
          <p:nvPr/>
        </p:nvSpPr>
        <p:spPr>
          <a:xfrm>
            <a:off x="142875" y="7048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5" name="矩形 184"/>
          <p:cNvSpPr>
            <a:spLocks noGrp="1"/>
          </p:cNvSpPr>
          <p:nvPr/>
        </p:nvSpPr>
        <p:spPr>
          <a:xfrm>
            <a:off x="13925550" y="7048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6" name="矩形 185"/>
          <p:cNvSpPr>
            <a:spLocks noGrp="1"/>
          </p:cNvSpPr>
          <p:nvPr/>
        </p:nvSpPr>
        <p:spPr>
          <a:xfrm>
            <a:off x="142875" y="7277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7" name="矩形 186"/>
          <p:cNvSpPr>
            <a:spLocks noGrp="1"/>
          </p:cNvSpPr>
          <p:nvPr/>
        </p:nvSpPr>
        <p:spPr>
          <a:xfrm>
            <a:off x="13925550" y="7277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8" name="矩形 187"/>
          <p:cNvSpPr>
            <a:spLocks noGrp="1"/>
          </p:cNvSpPr>
          <p:nvPr/>
        </p:nvSpPr>
        <p:spPr>
          <a:xfrm>
            <a:off x="142875" y="7505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89" name="矩形 188"/>
          <p:cNvSpPr>
            <a:spLocks noGrp="1"/>
          </p:cNvSpPr>
          <p:nvPr/>
        </p:nvSpPr>
        <p:spPr>
          <a:xfrm>
            <a:off x="13925550" y="7505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0" name="矩形 189"/>
          <p:cNvSpPr>
            <a:spLocks noGrp="1"/>
          </p:cNvSpPr>
          <p:nvPr/>
        </p:nvSpPr>
        <p:spPr>
          <a:xfrm>
            <a:off x="142875" y="7734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1" name="矩形 190"/>
          <p:cNvSpPr>
            <a:spLocks noGrp="1"/>
          </p:cNvSpPr>
          <p:nvPr/>
        </p:nvSpPr>
        <p:spPr>
          <a:xfrm>
            <a:off x="13925550" y="7734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2" name="矩形 191"/>
          <p:cNvSpPr>
            <a:spLocks noGrp="1"/>
          </p:cNvSpPr>
          <p:nvPr/>
        </p:nvSpPr>
        <p:spPr>
          <a:xfrm>
            <a:off x="142875" y="7962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3" name="矩形 192"/>
          <p:cNvSpPr>
            <a:spLocks noGrp="1"/>
          </p:cNvSpPr>
          <p:nvPr/>
        </p:nvSpPr>
        <p:spPr>
          <a:xfrm>
            <a:off x="13925550" y="7962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4" name="矩形 193"/>
          <p:cNvSpPr>
            <a:spLocks noGrp="1"/>
          </p:cNvSpPr>
          <p:nvPr/>
        </p:nvSpPr>
        <p:spPr>
          <a:xfrm>
            <a:off x="142875" y="8191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5" name="矩形 194"/>
          <p:cNvSpPr>
            <a:spLocks noGrp="1"/>
          </p:cNvSpPr>
          <p:nvPr/>
        </p:nvSpPr>
        <p:spPr>
          <a:xfrm>
            <a:off x="13925550" y="8191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6" name="矩形 195"/>
          <p:cNvSpPr>
            <a:spLocks noGrp="1"/>
          </p:cNvSpPr>
          <p:nvPr/>
        </p:nvSpPr>
        <p:spPr>
          <a:xfrm>
            <a:off x="142875" y="8420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7" name="矩形 196"/>
          <p:cNvSpPr>
            <a:spLocks noGrp="1"/>
          </p:cNvSpPr>
          <p:nvPr/>
        </p:nvSpPr>
        <p:spPr>
          <a:xfrm>
            <a:off x="13925550" y="8420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8" name="矩形 197"/>
          <p:cNvSpPr>
            <a:spLocks noGrp="1"/>
          </p:cNvSpPr>
          <p:nvPr/>
        </p:nvSpPr>
        <p:spPr>
          <a:xfrm>
            <a:off x="142875" y="8648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199" name="矩形 198"/>
          <p:cNvSpPr>
            <a:spLocks noGrp="1"/>
          </p:cNvSpPr>
          <p:nvPr/>
        </p:nvSpPr>
        <p:spPr>
          <a:xfrm>
            <a:off x="13925550" y="8648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0" name="矩形 199"/>
          <p:cNvSpPr>
            <a:spLocks noGrp="1"/>
          </p:cNvSpPr>
          <p:nvPr/>
        </p:nvSpPr>
        <p:spPr>
          <a:xfrm>
            <a:off x="142875" y="8877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1" name="矩形 200"/>
          <p:cNvSpPr>
            <a:spLocks noGrp="1"/>
          </p:cNvSpPr>
          <p:nvPr/>
        </p:nvSpPr>
        <p:spPr>
          <a:xfrm>
            <a:off x="13925550" y="88773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2" name="矩形 201"/>
          <p:cNvSpPr>
            <a:spLocks noGrp="1"/>
          </p:cNvSpPr>
          <p:nvPr/>
        </p:nvSpPr>
        <p:spPr>
          <a:xfrm>
            <a:off x="142875" y="9105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3" name="矩形 202"/>
          <p:cNvSpPr>
            <a:spLocks noGrp="1"/>
          </p:cNvSpPr>
          <p:nvPr/>
        </p:nvSpPr>
        <p:spPr>
          <a:xfrm>
            <a:off x="13925550" y="91059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4" name="矩形 203"/>
          <p:cNvSpPr>
            <a:spLocks noGrp="1"/>
          </p:cNvSpPr>
          <p:nvPr/>
        </p:nvSpPr>
        <p:spPr>
          <a:xfrm>
            <a:off x="142875" y="9334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5" name="矩形 204"/>
          <p:cNvSpPr>
            <a:spLocks noGrp="1"/>
          </p:cNvSpPr>
          <p:nvPr/>
        </p:nvSpPr>
        <p:spPr>
          <a:xfrm>
            <a:off x="13925550" y="93345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6" name="矩形 205"/>
          <p:cNvSpPr>
            <a:spLocks noGrp="1"/>
          </p:cNvSpPr>
          <p:nvPr/>
        </p:nvSpPr>
        <p:spPr>
          <a:xfrm>
            <a:off x="142875" y="9563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7" name="矩形 206"/>
          <p:cNvSpPr>
            <a:spLocks noGrp="1"/>
          </p:cNvSpPr>
          <p:nvPr/>
        </p:nvSpPr>
        <p:spPr>
          <a:xfrm>
            <a:off x="13925550" y="95631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8" name="矩形 207"/>
          <p:cNvSpPr>
            <a:spLocks noGrp="1"/>
          </p:cNvSpPr>
          <p:nvPr/>
        </p:nvSpPr>
        <p:spPr>
          <a:xfrm>
            <a:off x="142875" y="9791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09" name="矩形 208"/>
          <p:cNvSpPr>
            <a:spLocks noGrp="1"/>
          </p:cNvSpPr>
          <p:nvPr/>
        </p:nvSpPr>
        <p:spPr>
          <a:xfrm>
            <a:off x="13925550" y="9791700"/>
            <a:ext cx="28575" cy="1143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10" name="矩形 209"/>
          <p:cNvSpPr>
            <a:spLocks noGrp="1"/>
          </p:cNvSpPr>
          <p:nvPr/>
        </p:nvSpPr>
        <p:spPr>
          <a:xfrm>
            <a:off x="142875" y="10020300"/>
            <a:ext cx="28575" cy="762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11" name="矩形 210"/>
          <p:cNvSpPr>
            <a:spLocks noGrp="1"/>
          </p:cNvSpPr>
          <p:nvPr/>
        </p:nvSpPr>
        <p:spPr>
          <a:xfrm>
            <a:off x="13925550" y="10020300"/>
            <a:ext cx="28575" cy="76200"/>
          </a:xfrm>
          <a:prstGeom prst="rect">
            <a:avLst/>
          </a:prstGeom>
          <a:solidFill>
            <a:srgbClr val="003B9F"/>
          </a:solidFill>
          <a:ln w="0">
            <a:noFill/>
            <a:prstDash val="solid"/>
          </a:ln>
        </p:spPr>
      </p:sp>
      <p:sp>
        <p:nvSpPr>
          <p:cNvPr id="212" name="圆角矩形 211"/>
          <p:cNvSpPr>
            <a:spLocks noGrp="1"/>
          </p:cNvSpPr>
          <p:nvPr/>
        </p:nvSpPr>
        <p:spPr>
          <a:xfrm>
            <a:off x="2257425" y="47625"/>
            <a:ext cx="9010650" cy="609600"/>
          </a:xfrm>
          <a:prstGeom prst="roundRect">
            <a:avLst>
              <a:gd name="adj" fmla="val 12500"/>
            </a:avLst>
          </a:prstGeom>
          <a:solidFill>
            <a:srgbClr val="003C9F"/>
          </a:solidFill>
          <a:ln w="0">
            <a:solidFill>
              <a:srgbClr val="003C9F"/>
            </a:solidFill>
            <a:prstDash val="solid"/>
          </a:ln>
        </p:spPr>
      </p:sp>
      <p:sp>
        <p:nvSpPr>
          <p:cNvPr id="213" name="矩形 212"/>
          <p:cNvSpPr>
            <a:spLocks noGrp="1"/>
          </p:cNvSpPr>
          <p:nvPr/>
        </p:nvSpPr>
        <p:spPr>
          <a:xfrm>
            <a:off x="2476500" y="85725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7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面向微弱电磁信号的多维表征提取方法</a:t>
            </a:r>
            <a:endParaRPr sz="270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4" name="圆角矩形 213"/>
          <p:cNvSpPr>
            <a:spLocks noGrp="1"/>
          </p:cNvSpPr>
          <p:nvPr/>
        </p:nvSpPr>
        <p:spPr>
          <a:xfrm>
            <a:off x="371475" y="876300"/>
            <a:ext cx="4362450" cy="7724775"/>
          </a:xfrm>
          <a:prstGeom prst="roundRect">
            <a:avLst>
              <a:gd name="adj" fmla="val 1747"/>
            </a:avLst>
          </a:prstGeom>
          <a:solidFill>
            <a:srgbClr val="F4F8FF"/>
          </a:solidFill>
          <a:ln w="19050">
            <a:solidFill>
              <a:srgbClr val="0A4AA6"/>
            </a:solidFill>
            <a:prstDash val="solid"/>
          </a:ln>
        </p:spPr>
      </p:sp>
      <p:sp>
        <p:nvSpPr>
          <p:cNvPr id="215" name="圆角矩形 214"/>
          <p:cNvSpPr>
            <a:spLocks noGrp="1"/>
          </p:cNvSpPr>
          <p:nvPr/>
        </p:nvSpPr>
        <p:spPr>
          <a:xfrm>
            <a:off x="371475" y="876300"/>
            <a:ext cx="4362450" cy="609600"/>
          </a:xfrm>
          <a:prstGeom prst="roundRect">
            <a:avLst>
              <a:gd name="adj" fmla="val 12500"/>
            </a:avLst>
          </a:prstGeom>
          <a:solidFill>
            <a:srgbClr val="0A4AA6"/>
          </a:solidFill>
          <a:ln w="0">
            <a:solidFill>
              <a:srgbClr val="0A4AA6"/>
            </a:solidFill>
            <a:prstDash val="solid"/>
          </a:ln>
        </p:spPr>
      </p:sp>
      <p:sp>
        <p:nvSpPr>
          <p:cNvPr id="216" name="矩形 215"/>
          <p:cNvSpPr>
            <a:spLocks noGrp="1"/>
          </p:cNvSpPr>
          <p:nvPr/>
        </p:nvSpPr>
        <p:spPr>
          <a:xfrm>
            <a:off x="371475" y="1333500"/>
            <a:ext cx="4362450" cy="190500"/>
          </a:xfrm>
          <a:prstGeom prst="rect">
            <a:avLst/>
          </a:prstGeom>
          <a:solidFill>
            <a:srgbClr val="0A4AA6"/>
          </a:solidFill>
          <a:ln w="0">
            <a:solidFill>
              <a:srgbClr val="0A4AA6"/>
            </a:solidFill>
            <a:prstDash val="solid"/>
          </a:ln>
        </p:spPr>
      </p:sp>
      <p:sp>
        <p:nvSpPr>
          <p:cNvPr id="217" name="圆角矩形 216"/>
          <p:cNvSpPr>
            <a:spLocks noGrp="1"/>
          </p:cNvSpPr>
          <p:nvPr/>
        </p:nvSpPr>
        <p:spPr>
          <a:xfrm>
            <a:off x="4895850" y="876300"/>
            <a:ext cx="4324350" cy="7724775"/>
          </a:xfrm>
          <a:prstGeom prst="roundRect">
            <a:avLst>
              <a:gd name="adj" fmla="val 1762"/>
            </a:avLst>
          </a:prstGeom>
          <a:solidFill>
            <a:srgbClr val="FFF7F7"/>
          </a:solidFill>
          <a:ln w="19050">
            <a:solidFill>
              <a:srgbClr val="D50000"/>
            </a:solidFill>
            <a:prstDash val="solid"/>
          </a:ln>
        </p:spPr>
      </p:sp>
      <p:sp>
        <p:nvSpPr>
          <p:cNvPr id="218" name="圆角矩形 217"/>
          <p:cNvSpPr>
            <a:spLocks noGrp="1"/>
          </p:cNvSpPr>
          <p:nvPr/>
        </p:nvSpPr>
        <p:spPr>
          <a:xfrm>
            <a:off x="4895850" y="876300"/>
            <a:ext cx="4324350" cy="609600"/>
          </a:xfrm>
          <a:prstGeom prst="roundRect">
            <a:avLst>
              <a:gd name="adj" fmla="val 12500"/>
            </a:avLst>
          </a:prstGeom>
          <a:solidFill>
            <a:srgbClr val="D50000"/>
          </a:solidFill>
          <a:ln w="0">
            <a:solidFill>
              <a:srgbClr val="D50000"/>
            </a:solidFill>
            <a:prstDash val="solid"/>
          </a:ln>
        </p:spPr>
      </p:sp>
      <p:sp>
        <p:nvSpPr>
          <p:cNvPr id="219" name="矩形 218"/>
          <p:cNvSpPr>
            <a:spLocks noGrp="1"/>
          </p:cNvSpPr>
          <p:nvPr/>
        </p:nvSpPr>
        <p:spPr>
          <a:xfrm>
            <a:off x="4895850" y="1333500"/>
            <a:ext cx="4324350" cy="190500"/>
          </a:xfrm>
          <a:prstGeom prst="rect">
            <a:avLst/>
          </a:prstGeom>
          <a:solidFill>
            <a:srgbClr val="D50000"/>
          </a:solidFill>
          <a:ln w="0">
            <a:solidFill>
              <a:srgbClr val="D50000"/>
            </a:solidFill>
            <a:prstDash val="solid"/>
          </a:ln>
        </p:spPr>
      </p:sp>
      <p:sp>
        <p:nvSpPr>
          <p:cNvPr id="220" name="圆角矩形 219"/>
          <p:cNvSpPr>
            <a:spLocks noGrp="1"/>
          </p:cNvSpPr>
          <p:nvPr/>
        </p:nvSpPr>
        <p:spPr>
          <a:xfrm>
            <a:off x="9401175" y="876300"/>
            <a:ext cx="4191000" cy="7724775"/>
          </a:xfrm>
          <a:prstGeom prst="roundRect">
            <a:avLst>
              <a:gd name="adj" fmla="val 1818"/>
            </a:avLst>
          </a:prstGeom>
          <a:solidFill>
            <a:srgbClr val="F4F8FF"/>
          </a:solidFill>
          <a:ln w="19050">
            <a:solidFill>
              <a:srgbClr val="0A4AA6"/>
            </a:solidFill>
            <a:prstDash val="solid"/>
          </a:ln>
        </p:spPr>
      </p:sp>
      <p:sp>
        <p:nvSpPr>
          <p:cNvPr id="221" name="圆角矩形 220"/>
          <p:cNvSpPr>
            <a:spLocks noGrp="1"/>
          </p:cNvSpPr>
          <p:nvPr/>
        </p:nvSpPr>
        <p:spPr>
          <a:xfrm>
            <a:off x="9401175" y="876300"/>
            <a:ext cx="4191000" cy="609600"/>
          </a:xfrm>
          <a:prstGeom prst="roundRect">
            <a:avLst>
              <a:gd name="adj" fmla="val 12500"/>
            </a:avLst>
          </a:prstGeom>
          <a:solidFill>
            <a:srgbClr val="0A4AA6"/>
          </a:solidFill>
          <a:ln w="0">
            <a:solidFill>
              <a:srgbClr val="0A4AA6"/>
            </a:solidFill>
            <a:prstDash val="solid"/>
          </a:ln>
        </p:spPr>
      </p:sp>
      <p:sp>
        <p:nvSpPr>
          <p:cNvPr id="222" name="矩形 221"/>
          <p:cNvSpPr>
            <a:spLocks noGrp="1"/>
          </p:cNvSpPr>
          <p:nvPr/>
        </p:nvSpPr>
        <p:spPr>
          <a:xfrm>
            <a:off x="9401175" y="1333500"/>
            <a:ext cx="4191000" cy="190500"/>
          </a:xfrm>
          <a:prstGeom prst="rect">
            <a:avLst/>
          </a:prstGeom>
          <a:solidFill>
            <a:srgbClr val="0A4AA6"/>
          </a:solidFill>
          <a:ln w="0">
            <a:solidFill>
              <a:srgbClr val="0A4AA6"/>
            </a:solidFill>
            <a:prstDash val="solid"/>
          </a:ln>
        </p:spPr>
      </p:sp>
      <p:sp>
        <p:nvSpPr>
          <p:cNvPr id="223" name="矩形 222"/>
          <p:cNvSpPr>
            <a:spLocks noGrp="1"/>
          </p:cNvSpPr>
          <p:nvPr/>
        </p:nvSpPr>
        <p:spPr>
          <a:xfrm>
            <a:off x="895350" y="1066800"/>
            <a:ext cx="3333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2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多域观测构建与张量编码</a:t>
            </a:r>
            <a:endParaRPr sz="22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4" name="矩形 223"/>
          <p:cNvSpPr>
            <a:spLocks noGrp="1"/>
          </p:cNvSpPr>
          <p:nvPr/>
        </p:nvSpPr>
        <p:spPr>
          <a:xfrm>
            <a:off x="5000625" y="1066800"/>
            <a:ext cx="4095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7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弱目标信号区域定位与成分分离</a:t>
            </a:r>
            <a:endParaRPr sz="1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5" name="矩形 224"/>
          <p:cNvSpPr>
            <a:spLocks noGrp="1"/>
          </p:cNvSpPr>
          <p:nvPr/>
        </p:nvSpPr>
        <p:spPr>
          <a:xfrm>
            <a:off x="9563100" y="1066800"/>
            <a:ext cx="3857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10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950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信号片段与可用特征精细提取</a:t>
            </a:r>
            <a:endParaRPr sz="1950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26" name="矩形 225"/>
          <p:cNvSpPr>
            <a:spLocks noGrp="1"/>
          </p:cNvSpPr>
          <p:nvPr/>
        </p:nvSpPr>
        <p:spPr>
          <a:xfrm>
            <a:off x="762000" y="1666875"/>
            <a:ext cx="3524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003B9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003B9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输入：原始 IQ 与多类观测</a:t>
            </a:r>
            <a:endParaRPr sz="1725" b="1">
              <a:solidFill>
                <a:srgbClr val="003B9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35" name="图片 5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" y="2247900"/>
            <a:ext cx="1000125" cy="800100"/>
          </a:xfrm>
          <a:prstGeom prst="rect">
            <a:avLst/>
          </a:prstGeom>
        </p:spPr>
      </p:pic>
      <p:pic>
        <p:nvPicPr>
          <p:cNvPr id="536" name="图片 5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2100" y="2238375"/>
            <a:ext cx="981075" cy="790575"/>
          </a:xfrm>
          <a:prstGeom prst="rect">
            <a:avLst/>
          </a:prstGeom>
        </p:spPr>
      </p:pic>
      <p:pic>
        <p:nvPicPr>
          <p:cNvPr id="537" name="图片 5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6050" y="2209800"/>
            <a:ext cx="952500" cy="838200"/>
          </a:xfrm>
          <a:prstGeom prst="rect">
            <a:avLst/>
          </a:prstGeom>
        </p:spPr>
      </p:pic>
      <p:pic>
        <p:nvPicPr>
          <p:cNvPr id="538" name="图片 5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9525" y="2247900"/>
            <a:ext cx="781050" cy="838200"/>
          </a:xfrm>
          <a:prstGeom prst="rect">
            <a:avLst/>
          </a:prstGeom>
        </p:spPr>
      </p:pic>
      <p:sp>
        <p:nvSpPr>
          <p:cNvPr id="230" name="矩形 229"/>
          <p:cNvSpPr>
            <a:spLocks noGrp="1"/>
          </p:cNvSpPr>
          <p:nvPr/>
        </p:nvSpPr>
        <p:spPr>
          <a:xfrm>
            <a:off x="409575" y="3286125"/>
            <a:ext cx="1123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原始IQ片段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1" name="矩形 230"/>
          <p:cNvSpPr>
            <a:spLocks noGrp="1"/>
          </p:cNvSpPr>
          <p:nvPr/>
        </p:nvSpPr>
        <p:spPr>
          <a:xfrm>
            <a:off x="1562100" y="3286125"/>
            <a:ext cx="9810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时域波形</a:t>
            </a:r>
            <a:endParaRPr sz="142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2" name="矩形 231"/>
          <p:cNvSpPr>
            <a:spLocks noGrp="1"/>
          </p:cNvSpPr>
          <p:nvPr/>
        </p:nvSpPr>
        <p:spPr>
          <a:xfrm>
            <a:off x="2676525" y="3286125"/>
            <a:ext cx="990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频域谱线</a:t>
            </a:r>
            <a:endParaRPr sz="142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3" name="矩形 232"/>
          <p:cNvSpPr>
            <a:spLocks noGrp="1"/>
          </p:cNvSpPr>
          <p:nvPr/>
        </p:nvSpPr>
        <p:spPr>
          <a:xfrm>
            <a:off x="3733800" y="3286125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时频谱图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43" name="图片 54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625" y="3790950"/>
            <a:ext cx="866775" cy="923925"/>
          </a:xfrm>
          <a:prstGeom prst="rect">
            <a:avLst/>
          </a:prstGeom>
        </p:spPr>
      </p:pic>
      <p:pic>
        <p:nvPicPr>
          <p:cNvPr id="544" name="图片 54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3100" y="3781425"/>
            <a:ext cx="1200150" cy="914400"/>
          </a:xfrm>
          <a:prstGeom prst="rect">
            <a:avLst/>
          </a:prstGeom>
        </p:spPr>
      </p:pic>
      <p:pic>
        <p:nvPicPr>
          <p:cNvPr id="545" name="图片 54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8525" y="3829050"/>
            <a:ext cx="781050" cy="838200"/>
          </a:xfrm>
          <a:prstGeom prst="rect">
            <a:avLst/>
          </a:prstGeom>
        </p:spPr>
      </p:pic>
      <p:sp>
        <p:nvSpPr>
          <p:cNvPr id="237" name="矩形 236"/>
          <p:cNvSpPr>
            <a:spLocks noGrp="1"/>
          </p:cNvSpPr>
          <p:nvPr/>
        </p:nvSpPr>
        <p:spPr>
          <a:xfrm>
            <a:off x="619125" y="487680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空域方位谱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8" name="矩形 237"/>
          <p:cNvSpPr>
            <a:spLocks noGrp="1"/>
          </p:cNvSpPr>
          <p:nvPr/>
        </p:nvSpPr>
        <p:spPr>
          <a:xfrm>
            <a:off x="1952625" y="487680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能量分布图</a:t>
            </a:r>
            <a:endParaRPr sz="142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9" name="矩形 238"/>
          <p:cNvSpPr>
            <a:spLocks noGrp="1"/>
          </p:cNvSpPr>
          <p:nvPr/>
        </p:nvSpPr>
        <p:spPr>
          <a:xfrm>
            <a:off x="3219450" y="487680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调制特征图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0" name="下箭头 239"/>
          <p:cNvSpPr>
            <a:spLocks noGrp="1"/>
          </p:cNvSpPr>
          <p:nvPr/>
        </p:nvSpPr>
        <p:spPr>
          <a:xfrm>
            <a:off x="2181225" y="5219700"/>
            <a:ext cx="342900" cy="514350"/>
          </a:xfrm>
          <a:prstGeom prst="downArrow">
            <a:avLst/>
          </a:prstGeom>
          <a:solidFill>
            <a:srgbClr val="6C94D8"/>
          </a:solidFill>
          <a:ln w="0">
            <a:noFill/>
            <a:prstDash val="solid"/>
          </a:ln>
        </p:spPr>
      </p:sp>
      <p:sp>
        <p:nvSpPr>
          <p:cNvPr id="241" name="矩形 240"/>
          <p:cNvSpPr>
            <a:spLocks noGrp="1"/>
          </p:cNvSpPr>
          <p:nvPr/>
        </p:nvSpPr>
        <p:spPr>
          <a:xfrm>
            <a:off x="381000" y="5715000"/>
            <a:ext cx="4343400" cy="19050"/>
          </a:xfrm>
          <a:prstGeom prst="rect">
            <a:avLst/>
          </a:prstGeom>
          <a:solidFill>
            <a:srgbClr val="B5C8EA"/>
          </a:solidFill>
          <a:ln w="0">
            <a:noFill/>
            <a:prstDash val="solid"/>
          </a:ln>
        </p:spPr>
      </p:sp>
      <p:sp>
        <p:nvSpPr>
          <p:cNvPr id="242" name="矩形 241"/>
          <p:cNvSpPr>
            <a:spLocks noGrp="1"/>
          </p:cNvSpPr>
          <p:nvPr/>
        </p:nvSpPr>
        <p:spPr>
          <a:xfrm>
            <a:off x="819150" y="5876925"/>
            <a:ext cx="34766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003B9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003B9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处理：统一对齐与张量编码</a:t>
            </a:r>
            <a:endParaRPr sz="1725" b="1">
              <a:solidFill>
                <a:srgbClr val="003B9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52" name="图片 55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6619875"/>
            <a:ext cx="819150" cy="1076325"/>
          </a:xfrm>
          <a:prstGeom prst="rect">
            <a:avLst/>
          </a:prstGeom>
        </p:spPr>
      </p:pic>
      <p:pic>
        <p:nvPicPr>
          <p:cNvPr id="553" name="图片 55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700" y="6610350"/>
            <a:ext cx="857250" cy="1076325"/>
          </a:xfrm>
          <a:prstGeom prst="rect">
            <a:avLst/>
          </a:prstGeom>
        </p:spPr>
      </p:pic>
      <p:pic>
        <p:nvPicPr>
          <p:cNvPr id="554" name="图片 55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47925" y="6629400"/>
            <a:ext cx="800100" cy="1076325"/>
          </a:xfrm>
          <a:prstGeom prst="rect">
            <a:avLst/>
          </a:prstGeom>
        </p:spPr>
      </p:pic>
      <p:pic>
        <p:nvPicPr>
          <p:cNvPr id="555" name="图片 55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6610350"/>
            <a:ext cx="666750" cy="1104900"/>
          </a:xfrm>
          <a:prstGeom prst="rect">
            <a:avLst/>
          </a:prstGeom>
        </p:spPr>
      </p:pic>
      <p:pic>
        <p:nvPicPr>
          <p:cNvPr id="556" name="图片 55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24300" y="6648450"/>
            <a:ext cx="742950" cy="1028700"/>
          </a:xfrm>
          <a:prstGeom prst="rect">
            <a:avLst/>
          </a:prstGeom>
        </p:spPr>
      </p:pic>
      <p:sp>
        <p:nvSpPr>
          <p:cNvPr id="248" name="矩形 247"/>
          <p:cNvSpPr>
            <a:spLocks noGrp="1"/>
          </p:cNvSpPr>
          <p:nvPr/>
        </p:nvSpPr>
        <p:spPr>
          <a:xfrm>
            <a:off x="428625" y="7791450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时间配准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9" name="矩形 248"/>
          <p:cNvSpPr>
            <a:spLocks noGrp="1"/>
          </p:cNvSpPr>
          <p:nvPr/>
        </p:nvSpPr>
        <p:spPr>
          <a:xfrm>
            <a:off x="1400175" y="7791450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频率对齐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0" name="矩形 249"/>
          <p:cNvSpPr>
            <a:spLocks noGrp="1"/>
          </p:cNvSpPr>
          <p:nvPr/>
        </p:nvSpPr>
        <p:spPr>
          <a:xfrm>
            <a:off x="2381250" y="7791450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尺度归一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1" name="矩形 250"/>
          <p:cNvSpPr>
            <a:spLocks noGrp="1"/>
          </p:cNvSpPr>
          <p:nvPr/>
        </p:nvSpPr>
        <p:spPr>
          <a:xfrm>
            <a:off x="3190875" y="7734300"/>
            <a:ext cx="85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谱图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重采样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2" name="矩形 251"/>
          <p:cNvSpPr>
            <a:spLocks noGrp="1"/>
          </p:cNvSpPr>
          <p:nvPr/>
        </p:nvSpPr>
        <p:spPr>
          <a:xfrm>
            <a:off x="3810000" y="7791450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张量编码</a:t>
            </a:r>
            <a:endParaRPr sz="127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3" name="矩形 252"/>
          <p:cNvSpPr>
            <a:spLocks noGrp="1"/>
          </p:cNvSpPr>
          <p:nvPr/>
        </p:nvSpPr>
        <p:spPr>
          <a:xfrm>
            <a:off x="5600700" y="1695450"/>
            <a:ext cx="295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D5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725" b="1">
                <a:solidFill>
                  <a:srgbClr val="D5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定位：多类线索相互印证</a:t>
            </a:r>
            <a:endParaRPr sz="1725" b="1">
              <a:solidFill>
                <a:srgbClr val="D5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63" name="图片 56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10150" y="2266950"/>
            <a:ext cx="628650" cy="866775"/>
          </a:xfrm>
          <a:prstGeom prst="rect">
            <a:avLst/>
          </a:prstGeom>
        </p:spPr>
      </p:pic>
      <p:pic>
        <p:nvPicPr>
          <p:cNvPr id="564" name="图片 56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00725" y="2266950"/>
            <a:ext cx="809625" cy="847725"/>
          </a:xfrm>
          <a:prstGeom prst="rect">
            <a:avLst/>
          </a:prstGeom>
        </p:spPr>
      </p:pic>
      <p:pic>
        <p:nvPicPr>
          <p:cNvPr id="565" name="图片 56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34175" y="2266950"/>
            <a:ext cx="762000" cy="857250"/>
          </a:xfrm>
          <a:prstGeom prst="rect">
            <a:avLst/>
          </a:prstGeom>
        </p:spPr>
      </p:pic>
      <p:pic>
        <p:nvPicPr>
          <p:cNvPr id="566" name="图片 565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67625" y="2266950"/>
            <a:ext cx="638175" cy="866775"/>
          </a:xfrm>
          <a:prstGeom prst="rect">
            <a:avLst/>
          </a:prstGeom>
        </p:spPr>
      </p:pic>
      <p:pic>
        <p:nvPicPr>
          <p:cNvPr id="567" name="图片 56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77250" y="2276475"/>
            <a:ext cx="666750" cy="819150"/>
          </a:xfrm>
          <a:prstGeom prst="rect">
            <a:avLst/>
          </a:prstGeom>
        </p:spPr>
      </p:pic>
      <p:sp>
        <p:nvSpPr>
          <p:cNvPr id="259" name="矩形 258"/>
          <p:cNvSpPr>
            <a:spLocks noGrp="1"/>
          </p:cNvSpPr>
          <p:nvPr/>
        </p:nvSpPr>
        <p:spPr>
          <a:xfrm>
            <a:off x="4933950" y="3286125"/>
            <a:ext cx="819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能量突变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0" name="矩形 259"/>
          <p:cNvSpPr>
            <a:spLocks noGrp="1"/>
          </p:cNvSpPr>
          <p:nvPr/>
        </p:nvSpPr>
        <p:spPr>
          <a:xfrm>
            <a:off x="5753100" y="3286125"/>
            <a:ext cx="895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谱线连续性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1" name="矩形 260"/>
          <p:cNvSpPr>
            <a:spLocks noGrp="1"/>
          </p:cNvSpPr>
          <p:nvPr/>
        </p:nvSpPr>
        <p:spPr>
          <a:xfrm>
            <a:off x="6696075" y="3286125"/>
            <a:ext cx="895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时频连通性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2" name="矩形 261"/>
          <p:cNvSpPr>
            <a:spLocks noGrp="1"/>
          </p:cNvSpPr>
          <p:nvPr/>
        </p:nvSpPr>
        <p:spPr>
          <a:xfrm>
            <a:off x="7562850" y="3286125"/>
            <a:ext cx="85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调制相关性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3" name="矩形 262"/>
          <p:cNvSpPr>
            <a:spLocks noGrp="1"/>
          </p:cNvSpPr>
          <p:nvPr/>
        </p:nvSpPr>
        <p:spPr>
          <a:xfrm>
            <a:off x="8372475" y="3286125"/>
            <a:ext cx="857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空域一致性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4" name="下箭头 263"/>
          <p:cNvSpPr>
            <a:spLocks noGrp="1"/>
          </p:cNvSpPr>
          <p:nvPr/>
        </p:nvSpPr>
        <p:spPr>
          <a:xfrm>
            <a:off x="6762750" y="3810000"/>
            <a:ext cx="457200" cy="552450"/>
          </a:xfrm>
          <a:prstGeom prst="downArrow">
            <a:avLst/>
          </a:prstGeom>
          <a:solidFill>
            <a:srgbClr val="E02B2B"/>
          </a:solidFill>
          <a:ln w="0">
            <a:noFill/>
            <a:prstDash val="solid"/>
          </a:ln>
        </p:spPr>
      </p:sp>
      <p:sp>
        <p:nvSpPr>
          <p:cNvPr id="265" name="矩形 264"/>
          <p:cNvSpPr>
            <a:spLocks noGrp="1"/>
          </p:cNvSpPr>
          <p:nvPr/>
        </p:nvSpPr>
        <p:spPr>
          <a:xfrm>
            <a:off x="5095875" y="4524375"/>
            <a:ext cx="3905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D5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D5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执行：区域定位、边界约束与局部分离</a:t>
            </a:r>
            <a:endParaRPr sz="1575" b="1">
              <a:solidFill>
                <a:srgbClr val="D5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75" name="图片 574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29200" y="5238750"/>
            <a:ext cx="685800" cy="876300"/>
          </a:xfrm>
          <a:prstGeom prst="rect">
            <a:avLst/>
          </a:prstGeom>
        </p:spPr>
      </p:pic>
      <p:pic>
        <p:nvPicPr>
          <p:cNvPr id="576" name="图片 575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62650" y="5238750"/>
            <a:ext cx="781050" cy="876300"/>
          </a:xfrm>
          <a:prstGeom prst="rect">
            <a:avLst/>
          </a:prstGeom>
        </p:spPr>
      </p:pic>
      <p:pic>
        <p:nvPicPr>
          <p:cNvPr id="577" name="图片 576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91350" y="5257800"/>
            <a:ext cx="781050" cy="857250"/>
          </a:xfrm>
          <a:prstGeom prst="rect">
            <a:avLst/>
          </a:prstGeom>
        </p:spPr>
      </p:pic>
      <p:pic>
        <p:nvPicPr>
          <p:cNvPr id="578" name="图片 577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934325" y="5219700"/>
            <a:ext cx="1047750" cy="895350"/>
          </a:xfrm>
          <a:prstGeom prst="rect">
            <a:avLst/>
          </a:prstGeom>
        </p:spPr>
      </p:pic>
      <p:sp>
        <p:nvSpPr>
          <p:cNvPr id="270" name="矩形 269"/>
          <p:cNvSpPr>
            <a:spLocks noGrp="1"/>
          </p:cNvSpPr>
          <p:nvPr/>
        </p:nvSpPr>
        <p:spPr>
          <a:xfrm>
            <a:off x="4972050" y="6115050"/>
            <a:ext cx="8096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候选区域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定位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1" name="矩形 270"/>
          <p:cNvSpPr>
            <a:spLocks noGrp="1"/>
          </p:cNvSpPr>
          <p:nvPr/>
        </p:nvSpPr>
        <p:spPr>
          <a:xfrm>
            <a:off x="5867400" y="6115050"/>
            <a:ext cx="1000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时频连通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区域跟踪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2" name="矩形 271"/>
          <p:cNvSpPr>
            <a:spLocks noGrp="1"/>
          </p:cNvSpPr>
          <p:nvPr/>
        </p:nvSpPr>
        <p:spPr>
          <a:xfrm>
            <a:off x="6934200" y="6115050"/>
            <a:ext cx="914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频谱边界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约束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3" name="矩形 272"/>
          <p:cNvSpPr>
            <a:spLocks noGrp="1"/>
          </p:cNvSpPr>
          <p:nvPr/>
        </p:nvSpPr>
        <p:spPr>
          <a:xfrm>
            <a:off x="8058150" y="6115050"/>
            <a:ext cx="762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邻近成分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分离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4" name="下箭头 273"/>
          <p:cNvSpPr>
            <a:spLocks noGrp="1"/>
          </p:cNvSpPr>
          <p:nvPr/>
        </p:nvSpPr>
        <p:spPr>
          <a:xfrm>
            <a:off x="6800850" y="6705600"/>
            <a:ext cx="400050" cy="438150"/>
          </a:xfrm>
          <a:prstGeom prst="downArrow">
            <a:avLst/>
          </a:prstGeom>
          <a:solidFill>
            <a:srgbClr val="E02B2B"/>
          </a:solidFill>
          <a:ln w="0">
            <a:noFill/>
            <a:prstDash val="solid"/>
          </a:ln>
        </p:spPr>
      </p:sp>
      <p:sp>
        <p:nvSpPr>
          <p:cNvPr id="275" name="圆角矩形 274"/>
          <p:cNvSpPr>
            <a:spLocks noGrp="1"/>
          </p:cNvSpPr>
          <p:nvPr/>
        </p:nvSpPr>
        <p:spPr>
          <a:xfrm>
            <a:off x="5191125" y="7124700"/>
            <a:ext cx="3743325" cy="1200150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9050">
            <a:solidFill>
              <a:srgbClr val="D50000"/>
            </a:solidFill>
            <a:prstDash val="solid"/>
          </a:ln>
        </p:spPr>
      </p:sp>
      <p:pic>
        <p:nvPicPr>
          <p:cNvPr id="585" name="图片 584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314950" y="7296150"/>
            <a:ext cx="1028700" cy="685800"/>
          </a:xfrm>
          <a:prstGeom prst="rect">
            <a:avLst/>
          </a:prstGeom>
        </p:spPr>
      </p:pic>
      <p:sp>
        <p:nvSpPr>
          <p:cNvPr id="277" name="矩形 276"/>
          <p:cNvSpPr>
            <a:spLocks noGrp="1"/>
          </p:cNvSpPr>
          <p:nvPr/>
        </p:nvSpPr>
        <p:spPr>
          <a:xfrm>
            <a:off x="6448425" y="7239000"/>
            <a:ext cx="19050" cy="838200"/>
          </a:xfrm>
          <a:prstGeom prst="rect">
            <a:avLst/>
          </a:prstGeom>
          <a:solidFill>
            <a:srgbClr val="B0B0B0"/>
          </a:solidFill>
          <a:ln w="0">
            <a:noFill/>
            <a:prstDash val="solid"/>
          </a:ln>
        </p:spPr>
      </p:sp>
      <p:pic>
        <p:nvPicPr>
          <p:cNvPr id="587" name="图片 58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572250" y="7391400"/>
            <a:ext cx="1066800" cy="647700"/>
          </a:xfrm>
          <a:prstGeom prst="rect">
            <a:avLst/>
          </a:prstGeom>
        </p:spPr>
      </p:pic>
      <p:sp>
        <p:nvSpPr>
          <p:cNvPr id="279" name="矩形 278"/>
          <p:cNvSpPr>
            <a:spLocks noGrp="1"/>
          </p:cNvSpPr>
          <p:nvPr/>
        </p:nvSpPr>
        <p:spPr>
          <a:xfrm>
            <a:off x="7524750" y="7286625"/>
            <a:ext cx="1333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4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确定时间范围、</a:t>
            </a:r>
            <a:endParaRPr sz="13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4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频率范围和</a:t>
            </a:r>
            <a:endParaRPr sz="13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425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主要片段</a:t>
            </a:r>
            <a:endParaRPr sz="13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0" name="矩形 279"/>
          <p:cNvSpPr>
            <a:spLocks noGrp="1"/>
          </p:cNvSpPr>
          <p:nvPr/>
        </p:nvSpPr>
        <p:spPr>
          <a:xfrm>
            <a:off x="9525000" y="1695450"/>
            <a:ext cx="38576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003B9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003B9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提取：信号片段、频谱边界与判别特征</a:t>
            </a:r>
            <a:endParaRPr sz="1575" b="1">
              <a:solidFill>
                <a:srgbClr val="003B9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90" name="图片 589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448800" y="2286000"/>
            <a:ext cx="1096010" cy="876300"/>
          </a:xfrm>
          <a:prstGeom prst="rect">
            <a:avLst/>
          </a:prstGeom>
        </p:spPr>
      </p:pic>
      <p:pic>
        <p:nvPicPr>
          <p:cNvPr id="591" name="图片 590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525125" y="2286000"/>
            <a:ext cx="933450" cy="857250"/>
          </a:xfrm>
          <a:prstGeom prst="rect">
            <a:avLst/>
          </a:prstGeom>
        </p:spPr>
      </p:pic>
      <p:pic>
        <p:nvPicPr>
          <p:cNvPr id="592" name="图片 591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1458575" y="2286000"/>
            <a:ext cx="992505" cy="876300"/>
          </a:xfrm>
          <a:prstGeom prst="rect">
            <a:avLst/>
          </a:prstGeom>
        </p:spPr>
      </p:pic>
      <p:pic>
        <p:nvPicPr>
          <p:cNvPr id="593" name="图片 592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2458700" y="2295525"/>
            <a:ext cx="914400" cy="857250"/>
          </a:xfrm>
          <a:prstGeom prst="rect">
            <a:avLst/>
          </a:prstGeom>
        </p:spPr>
      </p:pic>
      <p:sp>
        <p:nvSpPr>
          <p:cNvPr id="285" name="矩形 284"/>
          <p:cNvSpPr>
            <a:spLocks noGrp="1"/>
          </p:cNvSpPr>
          <p:nvPr/>
        </p:nvSpPr>
        <p:spPr>
          <a:xfrm>
            <a:off x="9391650" y="3276600"/>
            <a:ext cx="1000125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中心频率/</a:t>
            </a:r>
            <a:endParaRPr sz="127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带宽</a:t>
            </a:r>
            <a:endParaRPr sz="127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6" name="矩形 285"/>
          <p:cNvSpPr>
            <a:spLocks noGrp="1"/>
          </p:cNvSpPr>
          <p:nvPr/>
        </p:nvSpPr>
        <p:spPr>
          <a:xfrm>
            <a:off x="10448925" y="3286125"/>
            <a:ext cx="904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持续时间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7" name="矩形 286"/>
          <p:cNvSpPr>
            <a:spLocks noGrp="1"/>
          </p:cNvSpPr>
          <p:nvPr/>
        </p:nvSpPr>
        <p:spPr>
          <a:xfrm>
            <a:off x="11487150" y="3286125"/>
            <a:ext cx="876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能量包络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8" name="矩形 287"/>
          <p:cNvSpPr>
            <a:spLocks noGrp="1"/>
          </p:cNvSpPr>
          <p:nvPr/>
        </p:nvSpPr>
        <p:spPr>
          <a:xfrm>
            <a:off x="12477750" y="3286125"/>
            <a:ext cx="95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调制特征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598" name="图片 597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334625" y="3905250"/>
            <a:ext cx="876300" cy="876300"/>
          </a:xfrm>
          <a:prstGeom prst="rect">
            <a:avLst/>
          </a:prstGeom>
        </p:spPr>
      </p:pic>
      <p:pic>
        <p:nvPicPr>
          <p:cNvPr id="599" name="图片 598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849100" y="3905250"/>
            <a:ext cx="914400" cy="876300"/>
          </a:xfrm>
          <a:prstGeom prst="rect">
            <a:avLst/>
          </a:prstGeom>
        </p:spPr>
      </p:pic>
      <p:sp>
        <p:nvSpPr>
          <p:cNvPr id="291" name="矩形 290"/>
          <p:cNvSpPr>
            <a:spLocks noGrp="1"/>
          </p:cNvSpPr>
          <p:nvPr/>
        </p:nvSpPr>
        <p:spPr>
          <a:xfrm>
            <a:off x="10134600" y="487680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循环相关特征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2" name="矩形 291"/>
          <p:cNvSpPr>
            <a:spLocks noGrp="1"/>
          </p:cNvSpPr>
          <p:nvPr/>
        </p:nvSpPr>
        <p:spPr>
          <a:xfrm>
            <a:off x="11763375" y="4876800"/>
            <a:ext cx="114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到达方位</a:t>
            </a:r>
            <a:endParaRPr sz="1350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3" name="下箭头 292"/>
          <p:cNvSpPr>
            <a:spLocks noGrp="1"/>
          </p:cNvSpPr>
          <p:nvPr/>
        </p:nvSpPr>
        <p:spPr>
          <a:xfrm>
            <a:off x="11144250" y="5267325"/>
            <a:ext cx="381000" cy="552450"/>
          </a:xfrm>
          <a:prstGeom prst="downArrow">
            <a:avLst/>
          </a:prstGeom>
          <a:solidFill>
            <a:srgbClr val="6C94D8"/>
          </a:solidFill>
          <a:ln w="0">
            <a:noFill/>
            <a:prstDash val="solid"/>
          </a:ln>
        </p:spPr>
      </p:sp>
      <p:sp>
        <p:nvSpPr>
          <p:cNvPr id="294" name="矩形 293"/>
          <p:cNvSpPr>
            <a:spLocks noGrp="1"/>
          </p:cNvSpPr>
          <p:nvPr/>
        </p:nvSpPr>
        <p:spPr>
          <a:xfrm>
            <a:off x="9410700" y="5715000"/>
            <a:ext cx="4181475" cy="19050"/>
          </a:xfrm>
          <a:prstGeom prst="rect">
            <a:avLst/>
          </a:prstGeom>
          <a:solidFill>
            <a:srgbClr val="B5C8EA"/>
          </a:solidFill>
          <a:ln w="0">
            <a:noFill/>
            <a:prstDash val="solid"/>
          </a:ln>
        </p:spPr>
      </p:sp>
      <p:sp>
        <p:nvSpPr>
          <p:cNvPr id="295" name="矩形 294"/>
          <p:cNvSpPr>
            <a:spLocks noGrp="1"/>
          </p:cNvSpPr>
          <p:nvPr/>
        </p:nvSpPr>
        <p:spPr>
          <a:xfrm>
            <a:off x="9696450" y="5876925"/>
            <a:ext cx="3714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725" b="1">
                <a:solidFill>
                  <a:srgbClr val="003B9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575" b="1">
                <a:solidFill>
                  <a:srgbClr val="003B9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整理：片段保持与结构化特征整理</a:t>
            </a:r>
            <a:endParaRPr sz="1575" b="1">
              <a:solidFill>
                <a:srgbClr val="003B9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605" name="图片 604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467850" y="6638925"/>
            <a:ext cx="1104900" cy="1047750"/>
          </a:xfrm>
          <a:prstGeom prst="rect">
            <a:avLst/>
          </a:prstGeom>
        </p:spPr>
      </p:pic>
      <p:pic>
        <p:nvPicPr>
          <p:cNvPr id="606" name="图片 605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010900" y="6638925"/>
            <a:ext cx="876300" cy="1028700"/>
          </a:xfrm>
          <a:prstGeom prst="rect">
            <a:avLst/>
          </a:prstGeom>
        </p:spPr>
      </p:pic>
      <p:pic>
        <p:nvPicPr>
          <p:cNvPr id="607" name="图片 606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2249150" y="6638925"/>
            <a:ext cx="590550" cy="990600"/>
          </a:xfrm>
          <a:prstGeom prst="rect">
            <a:avLst/>
          </a:prstGeom>
        </p:spPr>
      </p:pic>
      <p:pic>
        <p:nvPicPr>
          <p:cNvPr id="608" name="图片 607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2820650" y="6643007"/>
            <a:ext cx="723900" cy="982436"/>
          </a:xfrm>
          <a:prstGeom prst="rect">
            <a:avLst/>
          </a:prstGeom>
        </p:spPr>
      </p:pic>
      <p:sp>
        <p:nvSpPr>
          <p:cNvPr id="300" name="矩形 299"/>
          <p:cNvSpPr>
            <a:spLocks noGrp="1"/>
          </p:cNvSpPr>
          <p:nvPr/>
        </p:nvSpPr>
        <p:spPr>
          <a:xfrm>
            <a:off x="10648950" y="6924675"/>
            <a:ext cx="333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...</a:t>
            </a:r>
            <a:endParaRPr sz="16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1" name="矩形 300"/>
          <p:cNvSpPr>
            <a:spLocks noGrp="1"/>
          </p:cNvSpPr>
          <p:nvPr/>
        </p:nvSpPr>
        <p:spPr>
          <a:xfrm>
            <a:off x="11877675" y="6924675"/>
            <a:ext cx="28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6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650" b="1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...</a:t>
            </a:r>
            <a:endParaRPr sz="1650" b="1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2" name="矩形 301"/>
          <p:cNvSpPr>
            <a:spLocks noGrp="1"/>
          </p:cNvSpPr>
          <p:nvPr/>
        </p:nvSpPr>
        <p:spPr>
          <a:xfrm>
            <a:off x="9372600" y="7791450"/>
            <a:ext cx="12858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信号片段保存</a:t>
            </a:r>
            <a:endParaRPr sz="127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3" name="矩形 302"/>
          <p:cNvSpPr>
            <a:spLocks noGrp="1"/>
          </p:cNvSpPr>
          <p:nvPr/>
        </p:nvSpPr>
        <p:spPr>
          <a:xfrm>
            <a:off x="10744200" y="77914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结构化特征表达</a:t>
            </a:r>
            <a:endParaRPr sz="127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4" name="矩形 303"/>
          <p:cNvSpPr>
            <a:spLocks noGrp="1"/>
          </p:cNvSpPr>
          <p:nvPr/>
        </p:nvSpPr>
        <p:spPr>
          <a:xfrm>
            <a:off x="12049125" y="7734300"/>
            <a:ext cx="1524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识别、测向与</a:t>
            </a:r>
            <a:endParaRPr sz="127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defRPr sz="1350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1275" b="0">
                <a:solidFill>
                  <a:srgbClr val="11111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态势研判输入</a:t>
            </a:r>
            <a:endParaRPr sz="1275" b="0">
              <a:solidFill>
                <a:srgbClr val="11111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05" name="上箭头 304"/>
          <p:cNvSpPr>
            <a:spLocks noGrp="1"/>
          </p:cNvSpPr>
          <p:nvPr/>
        </p:nvSpPr>
        <p:spPr>
          <a:xfrm>
            <a:off x="2143125" y="8629650"/>
            <a:ext cx="409575" cy="476250"/>
          </a:xfrm>
          <a:prstGeom prst="upArrow">
            <a:avLst/>
          </a:prstGeom>
          <a:solidFill>
            <a:srgbClr val="E02B2B"/>
          </a:solidFill>
          <a:ln w="0">
            <a:noFill/>
            <a:prstDash val="solid"/>
          </a:ln>
        </p:spPr>
      </p:sp>
      <p:sp>
        <p:nvSpPr>
          <p:cNvPr id="306" name="上箭头 305"/>
          <p:cNvSpPr>
            <a:spLocks noGrp="1"/>
          </p:cNvSpPr>
          <p:nvPr/>
        </p:nvSpPr>
        <p:spPr>
          <a:xfrm>
            <a:off x="6962775" y="8629650"/>
            <a:ext cx="409575" cy="476250"/>
          </a:xfrm>
          <a:prstGeom prst="upArrow">
            <a:avLst/>
          </a:prstGeom>
          <a:solidFill>
            <a:srgbClr val="E02B2B"/>
          </a:solidFill>
          <a:ln w="0">
            <a:noFill/>
            <a:prstDash val="solid"/>
          </a:ln>
        </p:spPr>
      </p:sp>
      <p:sp>
        <p:nvSpPr>
          <p:cNvPr id="307" name="上箭头 306"/>
          <p:cNvSpPr>
            <a:spLocks noGrp="1"/>
          </p:cNvSpPr>
          <p:nvPr/>
        </p:nvSpPr>
        <p:spPr>
          <a:xfrm>
            <a:off x="11144250" y="8629650"/>
            <a:ext cx="409575" cy="476250"/>
          </a:xfrm>
          <a:prstGeom prst="upArrow">
            <a:avLst/>
          </a:prstGeom>
          <a:solidFill>
            <a:srgbClr val="E02B2B"/>
          </a:solidFill>
          <a:ln w="0">
            <a:noFill/>
            <a:prstDash val="solid"/>
          </a:ln>
        </p:spPr>
      </p:sp>
      <p:sp>
        <p:nvSpPr>
          <p:cNvPr id="308" name="圆角矩形 307"/>
          <p:cNvSpPr>
            <a:spLocks noGrp="1"/>
          </p:cNvSpPr>
          <p:nvPr/>
        </p:nvSpPr>
        <p:spPr>
          <a:xfrm>
            <a:off x="400050" y="9105900"/>
            <a:ext cx="13182600" cy="762000"/>
          </a:xfrm>
          <a:prstGeom prst="roundRect">
            <a:avLst>
              <a:gd name="adj" fmla="val 10000"/>
            </a:avLst>
          </a:prstGeom>
          <a:solidFill>
            <a:srgbClr val="D50000"/>
          </a:solidFill>
          <a:ln w="0">
            <a:solidFill>
              <a:srgbClr val="D50000"/>
            </a:solidFill>
            <a:prstDash val="solid"/>
          </a:ln>
        </p:spPr>
      </p:sp>
      <p:sp>
        <p:nvSpPr>
          <p:cNvPr id="309" name="矩形 308"/>
          <p:cNvSpPr>
            <a:spLocks noGrp="1"/>
          </p:cNvSpPr>
          <p:nvPr/>
        </p:nvSpPr>
        <p:spPr>
          <a:xfrm>
            <a:off x="2952750" y="9220200"/>
            <a:ext cx="823912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defRPr sz="26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pPr>
            <a:r>
              <a:rPr sz="2625" b="1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多域一致性约束：保障片段完整、边界准确与特征有效</a:t>
            </a:r>
            <a:endParaRPr sz="2625" b="1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/>
          <p:nvPr/>
        </p:nvPicPr>
        <p:blipFill>
          <a:blip r:embed="rId1"/>
          <a:stretch>
            <a:fillRect/>
          </a:stretch>
        </p:blipFill>
        <p:spPr>
          <a:xfrm>
            <a:off x="-80010" y="-59690"/>
            <a:ext cx="14177645" cy="10307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345</Words>
  <Application>WPS 演示</Application>
  <PresentationFormat>Converted Presentation</PresentationFormat>
  <Paragraphs>97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Arial Unicode MS</vt:lpstr>
      <vt:lpstr>Calibri</vt:lpstr>
      <vt:lpstr>ChatGPT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HongShilong</cp:lastModifiedBy>
  <cp:revision>2</cp:revision>
  <dcterms:created xsi:type="dcterms:W3CDTF">2026-06-18T03:23:13Z</dcterms:created>
  <dcterms:modified xsi:type="dcterms:W3CDTF">2026-06-18T03:23:29Z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CE641E0F64CC47438641AE73EA07572E_12</vt:lpwstr>
  </property>
  <property fmtid="{D5CDD505-2E9C-101B-9397-08002B2CF9AE}" pid="3" name="KSOProductBuildVer">
    <vt:lpwstr>2052-12.1.0.26375</vt:lpwstr>
  </property>
</Properties>
</file>