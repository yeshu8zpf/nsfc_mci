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jpe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273050"/>
            <a:ext cx="11932920" cy="6475095"/>
          </a:xfrm>
          <a:prstGeom prst="roundRect">
            <a:avLst>
              <a:gd name="adj" fmla="val 1653"/>
            </a:avLst>
          </a:prstGeom>
          <a:ln w="22225">
            <a:solidFill>
              <a:srgbClr val="4874C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039745" y="0"/>
            <a:ext cx="6125210" cy="488315"/>
          </a:xfrm>
          <a:prstGeom prst="roundRect">
            <a:avLst>
              <a:gd name="adj" fmla="val 50000"/>
            </a:avLst>
          </a:prstGeom>
          <a:solidFill>
            <a:srgbClr val="2E54A1"/>
          </a:solidFill>
        </p:spPr>
      </p:sp>
      <p:sp>
        <p:nvSpPr>
          <p:cNvPr id="4" name="Text 2"/>
          <p:cNvSpPr/>
          <p:nvPr/>
        </p:nvSpPr>
        <p:spPr>
          <a:xfrm>
            <a:off x="2075815" y="0"/>
            <a:ext cx="8046720" cy="488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频谱知识驱动的轻量化目标识别与轨迹分析方法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296545"/>
            <a:ext cx="1481455" cy="6393815"/>
          </a:xfrm>
          <a:prstGeom prst="roundRect">
            <a:avLst>
              <a:gd name="adj" fmla="val 4938"/>
            </a:avLst>
          </a:prstGeom>
          <a:solidFill>
            <a:srgbClr val="DAE3F5"/>
          </a:solidFill>
          <a:ln w="15875">
            <a:solidFill>
              <a:srgbClr val="2E54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810" y="480695"/>
            <a:ext cx="1280160" cy="2798445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9615" y="2684780"/>
            <a:ext cx="87058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知识图谱先验嵌入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1810" y="3614420"/>
            <a:ext cx="1280160" cy="304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3905" y="5870575"/>
            <a:ext cx="836295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提取后频谱信号（时频谱）</a:t>
            </a:r>
            <a:endParaRPr 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901952" y="3361436"/>
            <a:ext cx="274320" cy="822960"/>
          </a:xfrm>
          <a:prstGeom prst="rightArrow">
            <a:avLst/>
          </a:prstGeom>
          <a:solidFill>
            <a:srgbClr val="4874CB"/>
          </a:solidFill>
        </p:spPr>
      </p:sp>
      <p:sp>
        <p:nvSpPr>
          <p:cNvPr id="33" name="Shape 30"/>
          <p:cNvSpPr/>
          <p:nvPr/>
        </p:nvSpPr>
        <p:spPr>
          <a:xfrm>
            <a:off x="2194560" y="1533525"/>
            <a:ext cx="2697480" cy="711835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2194560" y="1463040"/>
            <a:ext cx="2697480" cy="8559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信号检测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194560" y="2319020"/>
            <a:ext cx="2697480" cy="3511296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94960" y="1533525"/>
            <a:ext cx="2697480" cy="710565"/>
          </a:xfrm>
          <a:prstGeom prst="roundRect">
            <a:avLst>
              <a:gd name="adj" fmla="val 6250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394960" y="1532255"/>
            <a:ext cx="2697480" cy="711835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小样本识别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394960" y="2319020"/>
            <a:ext cx="2697480" cy="3511296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95360" y="1533525"/>
            <a:ext cx="2697480" cy="709295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620760" y="1463294"/>
            <a:ext cx="2697480" cy="87782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分析专家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595360" y="2319020"/>
            <a:ext cx="2697480" cy="3511296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13432" y="2410460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2350008" y="2501900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轻量卷积网络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2383536" y="3344062"/>
            <a:ext cx="35560" cy="172822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5" name="Shape 42"/>
          <p:cNvSpPr/>
          <p:nvPr/>
        </p:nvSpPr>
        <p:spPr>
          <a:xfrm>
            <a:off x="2440432" y="3209646"/>
            <a:ext cx="35560" cy="307238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6" name="Shape 43"/>
          <p:cNvSpPr/>
          <p:nvPr/>
        </p:nvSpPr>
        <p:spPr>
          <a:xfrm>
            <a:off x="2497328" y="3305658"/>
            <a:ext cx="35560" cy="211226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7" name="Shape 44"/>
          <p:cNvSpPr/>
          <p:nvPr/>
        </p:nvSpPr>
        <p:spPr>
          <a:xfrm>
            <a:off x="2554224" y="3132836"/>
            <a:ext cx="35560" cy="384048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8" name="Shape 45"/>
          <p:cNvSpPr/>
          <p:nvPr/>
        </p:nvSpPr>
        <p:spPr>
          <a:xfrm>
            <a:off x="2611120" y="3248050"/>
            <a:ext cx="35560" cy="268834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9" name="Shape 46"/>
          <p:cNvSpPr/>
          <p:nvPr/>
        </p:nvSpPr>
        <p:spPr>
          <a:xfrm>
            <a:off x="2668016" y="3171241"/>
            <a:ext cx="35560" cy="345643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0" name="Shape 47"/>
          <p:cNvSpPr/>
          <p:nvPr/>
        </p:nvSpPr>
        <p:spPr>
          <a:xfrm>
            <a:off x="2724912" y="3324860"/>
            <a:ext cx="35560" cy="192024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1" name="Shape 48"/>
          <p:cNvSpPr/>
          <p:nvPr/>
        </p:nvSpPr>
        <p:spPr>
          <a:xfrm>
            <a:off x="2781808" y="3217327"/>
            <a:ext cx="35560" cy="299557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2" name="Shape 49"/>
          <p:cNvSpPr/>
          <p:nvPr/>
        </p:nvSpPr>
        <p:spPr>
          <a:xfrm>
            <a:off x="2838704" y="3363265"/>
            <a:ext cx="35560" cy="153619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3" name="Shape 50"/>
          <p:cNvSpPr/>
          <p:nvPr/>
        </p:nvSpPr>
        <p:spPr>
          <a:xfrm>
            <a:off x="2372868" y="3516884"/>
            <a:ext cx="512064" cy="0"/>
          </a:xfrm>
          <a:prstGeom prst="line">
            <a:avLst/>
          </a:prstGeom>
          <a:noFill/>
          <a:ln w="9525">
            <a:solidFill>
              <a:srgbClr val="5B647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253996" y="35991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时频谱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2884805" y="3256280"/>
            <a:ext cx="146304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58" name="Text 55"/>
          <p:cNvSpPr/>
          <p:nvPr/>
        </p:nvSpPr>
        <p:spPr>
          <a:xfrm>
            <a:off x="3212846" y="36544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卷积网络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4256151" y="3260725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4874C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425315" y="3260725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159A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94479" y="3260725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082796" y="35991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通用特征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2313432" y="4184396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2350008" y="4275836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信号检测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596" y="4861052"/>
            <a:ext cx="475488" cy="475488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234543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海况先验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0" name="Shape 66"/>
          <p:cNvSpPr/>
          <p:nvPr/>
        </p:nvSpPr>
        <p:spPr>
          <a:xfrm>
            <a:off x="3023235" y="503047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72" name="Text 67"/>
          <p:cNvSpPr/>
          <p:nvPr/>
        </p:nvSpPr>
        <p:spPr>
          <a:xfrm>
            <a:off x="311124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知识门控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516" y="4979924"/>
            <a:ext cx="219456" cy="219456"/>
          </a:xfrm>
          <a:prstGeom prst="rect">
            <a:avLst/>
          </a:prstGeom>
        </p:spPr>
      </p:pic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4979924"/>
            <a:ext cx="219456" cy="219456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399135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弱信号检出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7" name="Shape 70"/>
          <p:cNvSpPr/>
          <p:nvPr/>
        </p:nvSpPr>
        <p:spPr>
          <a:xfrm>
            <a:off x="5513832" y="2410460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8" name="Text 71"/>
          <p:cNvSpPr/>
          <p:nvPr/>
        </p:nvSpPr>
        <p:spPr>
          <a:xfrm>
            <a:off x="5550408" y="2501900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7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3087116"/>
            <a:ext cx="475488" cy="475488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5545836" y="35991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少量样本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6223000" y="3260725"/>
            <a:ext cx="18732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83" name="Text 74"/>
          <p:cNvSpPr/>
          <p:nvPr/>
        </p:nvSpPr>
        <p:spPr>
          <a:xfrm>
            <a:off x="6409436" y="361442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4" name="Shape 75"/>
          <p:cNvSpPr/>
          <p:nvPr/>
        </p:nvSpPr>
        <p:spPr>
          <a:xfrm>
            <a:off x="7062470" y="325628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pic>
        <p:nvPicPr>
          <p:cNvPr id="8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3087116"/>
            <a:ext cx="475488" cy="475488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7191756" y="35991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类原型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5513832" y="4184396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8" name="Text 78"/>
          <p:cNvSpPr/>
          <p:nvPr/>
        </p:nvSpPr>
        <p:spPr>
          <a:xfrm>
            <a:off x="5550408" y="4275836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类型判定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2996" y="4861052"/>
            <a:ext cx="475488" cy="475488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554583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比对距离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3" name="Text 81"/>
          <p:cNvSpPr/>
          <p:nvPr/>
        </p:nvSpPr>
        <p:spPr>
          <a:xfrm>
            <a:off x="636879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916" y="4861052"/>
            <a:ext cx="475488" cy="475488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719175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开集回写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7" name="Shape 84"/>
          <p:cNvSpPr/>
          <p:nvPr/>
        </p:nvSpPr>
        <p:spPr>
          <a:xfrm>
            <a:off x="8714232" y="2410460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8" name="Text 85"/>
          <p:cNvSpPr/>
          <p:nvPr/>
        </p:nvSpPr>
        <p:spPr>
          <a:xfrm>
            <a:off x="8750808" y="2501900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3396" y="3087116"/>
            <a:ext cx="475488" cy="475488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8746236" y="35991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多源观测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3" name="Text 89"/>
          <p:cNvSpPr/>
          <p:nvPr/>
        </p:nvSpPr>
        <p:spPr>
          <a:xfrm>
            <a:off x="9660636" y="3151124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EKF</a:t>
            </a:r>
            <a:endParaRPr lang="en-US" sz="1100" dirty="0"/>
          </a:p>
        </p:txBody>
      </p:sp>
      <p:sp>
        <p:nvSpPr>
          <p:cNvPr id="104" name="Text 90"/>
          <p:cNvSpPr/>
          <p:nvPr/>
        </p:nvSpPr>
        <p:spPr>
          <a:xfrm>
            <a:off x="9569196" y="36544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6" name="Shape 92"/>
          <p:cNvSpPr/>
          <p:nvPr/>
        </p:nvSpPr>
        <p:spPr>
          <a:xfrm>
            <a:off x="10465308" y="3279140"/>
            <a:ext cx="201168" cy="164592"/>
          </a:xfrm>
          <a:prstGeom prst="line">
            <a:avLst/>
          </a:prstGeom>
          <a:noFill/>
          <a:ln w="25400">
            <a:solidFill>
              <a:srgbClr val="4874CB"/>
            </a:solidFill>
            <a:prstDash val="solid"/>
          </a:ln>
        </p:spPr>
      </p:sp>
      <p:sp>
        <p:nvSpPr>
          <p:cNvPr id="107" name="Shape 93"/>
          <p:cNvSpPr/>
          <p:nvPr/>
        </p:nvSpPr>
        <p:spPr>
          <a:xfrm>
            <a:off x="10666476" y="3279140"/>
            <a:ext cx="182880" cy="100584"/>
          </a:xfrm>
          <a:prstGeom prst="line">
            <a:avLst/>
          </a:prstGeom>
          <a:noFill/>
          <a:ln w="25400">
            <a:solidFill>
              <a:srgbClr val="4874CB"/>
            </a:solidFill>
            <a:prstDash val="solid"/>
          </a:ln>
        </p:spPr>
      </p:sp>
      <p:sp>
        <p:nvSpPr>
          <p:cNvPr id="108" name="Shape 94"/>
          <p:cNvSpPr/>
          <p:nvPr/>
        </p:nvSpPr>
        <p:spPr>
          <a:xfrm>
            <a:off x="10849356" y="3205988"/>
            <a:ext cx="164592" cy="173736"/>
          </a:xfrm>
          <a:prstGeom prst="line">
            <a:avLst/>
          </a:prstGeom>
          <a:noFill/>
          <a:ln w="25400">
            <a:solidFill>
              <a:srgbClr val="4874CB"/>
            </a:solidFill>
            <a:prstDash val="solid"/>
          </a:ln>
        </p:spPr>
      </p:sp>
      <p:sp>
        <p:nvSpPr>
          <p:cNvPr id="109" name="Shape 95"/>
          <p:cNvSpPr/>
          <p:nvPr/>
        </p:nvSpPr>
        <p:spPr>
          <a:xfrm>
            <a:off x="10433304" y="3411728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96"/>
          <p:cNvSpPr/>
          <p:nvPr/>
        </p:nvSpPr>
        <p:spPr>
          <a:xfrm>
            <a:off x="10634472" y="3247136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97"/>
          <p:cNvSpPr/>
          <p:nvPr/>
        </p:nvSpPr>
        <p:spPr>
          <a:xfrm>
            <a:off x="10817352" y="3347720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98"/>
          <p:cNvSpPr/>
          <p:nvPr/>
        </p:nvSpPr>
        <p:spPr>
          <a:xfrm>
            <a:off x="10981944" y="3173984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99"/>
          <p:cNvSpPr/>
          <p:nvPr/>
        </p:nvSpPr>
        <p:spPr>
          <a:xfrm>
            <a:off x="10995660" y="3151124"/>
            <a:ext cx="128016" cy="109728"/>
          </a:xfrm>
          <a:prstGeom prst="rightArrow">
            <a:avLst/>
          </a:prstGeom>
          <a:solidFill>
            <a:srgbClr val="4874CB"/>
          </a:solidFill>
        </p:spPr>
      </p:sp>
      <p:sp>
        <p:nvSpPr>
          <p:cNvPr id="114" name="Text 100"/>
          <p:cNvSpPr/>
          <p:nvPr/>
        </p:nvSpPr>
        <p:spPr>
          <a:xfrm>
            <a:off x="10392156" y="35991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位置速度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5" name="Shape 101"/>
          <p:cNvSpPr/>
          <p:nvPr/>
        </p:nvSpPr>
        <p:spPr>
          <a:xfrm>
            <a:off x="8714232" y="4184396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6" name="Text 102"/>
          <p:cNvSpPr/>
          <p:nvPr/>
        </p:nvSpPr>
        <p:spPr>
          <a:xfrm>
            <a:off x="8750808" y="4275836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轨迹分析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7" name="Shape 103"/>
          <p:cNvSpPr/>
          <p:nvPr/>
        </p:nvSpPr>
        <p:spPr>
          <a:xfrm>
            <a:off x="8837676" y="4925060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8" name="Text 104"/>
          <p:cNvSpPr/>
          <p:nvPr/>
        </p:nvSpPr>
        <p:spPr>
          <a:xfrm>
            <a:off x="8837676" y="4925060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GRU</a:t>
            </a:r>
            <a:endParaRPr lang="en-US" sz="1100" dirty="0"/>
          </a:p>
        </p:txBody>
      </p:sp>
      <p:sp>
        <p:nvSpPr>
          <p:cNvPr id="119" name="Text 105"/>
          <p:cNvSpPr/>
          <p:nvPr/>
        </p:nvSpPr>
        <p:spPr>
          <a:xfrm>
            <a:off x="874623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循环网络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1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6356" y="4861052"/>
            <a:ext cx="475488" cy="475488"/>
          </a:xfrm>
          <a:prstGeom prst="rect">
            <a:avLst/>
          </a:prstGeom>
        </p:spPr>
      </p:pic>
      <p:sp>
        <p:nvSpPr>
          <p:cNvPr id="122" name="Text 107"/>
          <p:cNvSpPr/>
          <p:nvPr/>
        </p:nvSpPr>
        <p:spPr>
          <a:xfrm>
            <a:off x="9568561" y="541756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航路先验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2" name="Text 117"/>
          <p:cNvSpPr/>
          <p:nvPr/>
        </p:nvSpPr>
        <p:spPr>
          <a:xfrm>
            <a:off x="10392156" y="537311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预测轨迹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3" name="Shape 118"/>
          <p:cNvSpPr/>
          <p:nvPr/>
        </p:nvSpPr>
        <p:spPr>
          <a:xfrm>
            <a:off x="4969764" y="1587500"/>
            <a:ext cx="347472" cy="475488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135" name="Shape 120"/>
          <p:cNvSpPr/>
          <p:nvPr/>
        </p:nvSpPr>
        <p:spPr>
          <a:xfrm>
            <a:off x="8170164" y="1587500"/>
            <a:ext cx="347472" cy="475488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137" name="Shape 122"/>
          <p:cNvSpPr/>
          <p:nvPr/>
        </p:nvSpPr>
        <p:spPr>
          <a:xfrm>
            <a:off x="3415284" y="5870575"/>
            <a:ext cx="256032" cy="292608"/>
          </a:xfrm>
          <a:prstGeom prst="downArrow">
            <a:avLst/>
          </a:prstGeom>
          <a:solidFill>
            <a:srgbClr val="4874CB"/>
          </a:solidFill>
        </p:spPr>
      </p:sp>
      <p:sp>
        <p:nvSpPr>
          <p:cNvPr id="138" name="Shape 123"/>
          <p:cNvSpPr/>
          <p:nvPr/>
        </p:nvSpPr>
        <p:spPr>
          <a:xfrm>
            <a:off x="6616319" y="5870575"/>
            <a:ext cx="256032" cy="292608"/>
          </a:xfrm>
          <a:prstGeom prst="downArrow">
            <a:avLst/>
          </a:prstGeom>
          <a:solidFill>
            <a:srgbClr val="4874CB"/>
          </a:solidFill>
        </p:spPr>
      </p:sp>
      <p:sp>
        <p:nvSpPr>
          <p:cNvPr id="140" name="Shape 125"/>
          <p:cNvSpPr/>
          <p:nvPr/>
        </p:nvSpPr>
        <p:spPr>
          <a:xfrm>
            <a:off x="2194560" y="6235700"/>
            <a:ext cx="9098280" cy="44513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2E54A1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1" name="Text 126"/>
          <p:cNvSpPr/>
          <p:nvPr/>
        </p:nvSpPr>
        <p:spPr>
          <a:xfrm>
            <a:off x="2166620" y="6225540"/>
            <a:ext cx="9151620" cy="4552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支撑海域自主侦测的目标级态势认知</a:t>
            </a:r>
            <a:endParaRPr lang="en-US" dirty="0"/>
          </a:p>
        </p:txBody>
      </p:sp>
      <p:sp>
        <p:nvSpPr>
          <p:cNvPr id="142" name="Shape 52"/>
          <p:cNvSpPr/>
          <p:nvPr/>
        </p:nvSpPr>
        <p:spPr>
          <a:xfrm>
            <a:off x="4071620" y="3256280"/>
            <a:ext cx="146304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3" name="Shape 66"/>
          <p:cNvSpPr/>
          <p:nvPr/>
        </p:nvSpPr>
        <p:spPr>
          <a:xfrm>
            <a:off x="3861435" y="503047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4" name="Shape 73"/>
          <p:cNvSpPr/>
          <p:nvPr/>
        </p:nvSpPr>
        <p:spPr>
          <a:xfrm>
            <a:off x="6223000" y="5020945"/>
            <a:ext cx="18732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5" name="Shape 75"/>
          <p:cNvSpPr/>
          <p:nvPr/>
        </p:nvSpPr>
        <p:spPr>
          <a:xfrm>
            <a:off x="7062470" y="503047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6" name="Shape 123"/>
          <p:cNvSpPr/>
          <p:nvPr/>
        </p:nvSpPr>
        <p:spPr>
          <a:xfrm>
            <a:off x="9926574" y="5870575"/>
            <a:ext cx="256032" cy="292608"/>
          </a:xfrm>
          <a:prstGeom prst="downArrow">
            <a:avLst/>
          </a:prstGeom>
          <a:solidFill>
            <a:srgbClr val="4874CB"/>
          </a:solidFill>
        </p:spPr>
      </p:sp>
      <p:sp>
        <p:nvSpPr>
          <p:cNvPr id="147" name="Shape 75"/>
          <p:cNvSpPr/>
          <p:nvPr/>
        </p:nvSpPr>
        <p:spPr>
          <a:xfrm>
            <a:off x="9404350" y="330581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8" name="Shape 75"/>
          <p:cNvSpPr/>
          <p:nvPr/>
        </p:nvSpPr>
        <p:spPr>
          <a:xfrm>
            <a:off x="10243185" y="327914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9" name="Shape 75"/>
          <p:cNvSpPr/>
          <p:nvPr/>
        </p:nvSpPr>
        <p:spPr>
          <a:xfrm>
            <a:off x="9471025" y="503491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50" name="Shape 75"/>
          <p:cNvSpPr/>
          <p:nvPr/>
        </p:nvSpPr>
        <p:spPr>
          <a:xfrm>
            <a:off x="10202545" y="503491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0760" y="149860"/>
            <a:ext cx="775335" cy="775335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 rot="16200000">
            <a:off x="9291638" y="3527743"/>
            <a:ext cx="4846955" cy="855980"/>
            <a:chOff x="6111" y="893"/>
            <a:chExt cx="7633" cy="1348"/>
          </a:xfrm>
        </p:grpSpPr>
        <p:sp>
          <p:nvSpPr>
            <p:cNvPr id="91" name="Shape 30"/>
            <p:cNvSpPr/>
            <p:nvPr/>
          </p:nvSpPr>
          <p:spPr>
            <a:xfrm>
              <a:off x="6111" y="1112"/>
              <a:ext cx="7371" cy="855"/>
            </a:xfrm>
            <a:prstGeom prst="roundRect">
              <a:avLst>
                <a:gd name="adj" fmla="val 6250"/>
              </a:avLst>
            </a:prstGeom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1"/>
            </a:gradFill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94" name="Text 31"/>
            <p:cNvSpPr/>
            <p:nvPr/>
          </p:nvSpPr>
          <p:spPr>
            <a:xfrm rot="10800000">
              <a:off x="6481" y="893"/>
              <a:ext cx="7263" cy="134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混合专家系统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pic>
        <p:nvPicPr>
          <p:cNvPr id="153" name="图片 1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7090" y="857885"/>
            <a:ext cx="840740" cy="840740"/>
          </a:xfrm>
          <a:prstGeom prst="rect">
            <a:avLst/>
          </a:prstGeom>
        </p:spPr>
      </p:pic>
      <p:grpSp>
        <p:nvGrpSpPr>
          <p:cNvPr id="158" name="组合 157"/>
          <p:cNvGrpSpPr/>
          <p:nvPr/>
        </p:nvGrpSpPr>
        <p:grpSpPr>
          <a:xfrm>
            <a:off x="9299575" y="953135"/>
            <a:ext cx="1824355" cy="370840"/>
            <a:chOff x="9950" y="769"/>
            <a:chExt cx="2873" cy="584"/>
          </a:xfrm>
        </p:grpSpPr>
        <p:sp>
          <p:nvSpPr>
            <p:cNvPr id="156" name="Shape 33"/>
            <p:cNvSpPr/>
            <p:nvPr/>
          </p:nvSpPr>
          <p:spPr>
            <a:xfrm>
              <a:off x="10419" y="769"/>
              <a:ext cx="1935" cy="584"/>
            </a:xfrm>
            <a:prstGeom prst="roundRect">
              <a:avLst>
                <a:gd name="adj" fmla="val 6250"/>
              </a:avLst>
            </a:prstGeom>
            <a:gradFill>
              <a:gsLst>
                <a:gs pos="0">
                  <a:srgbClr val="FF0000"/>
                </a:gs>
                <a:gs pos="100000">
                  <a:schemeClr val="accent1">
                    <a:lumMod val="75000"/>
                  </a:schemeClr>
                </a:gs>
              </a:gsLst>
              <a:lin ang="5400000" scaled="0"/>
            </a:gradFill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57" name="文本框 156"/>
            <p:cNvSpPr txBox="1"/>
            <p:nvPr/>
          </p:nvSpPr>
          <p:spPr>
            <a:xfrm>
              <a:off x="9950" y="795"/>
              <a:ext cx="2873" cy="55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 algn="ctr">
                <a:lnSpc>
                  <a:spcPct val="95000"/>
                </a:lnSpc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专家调度员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</p:grpSp>
      <p:sp>
        <p:nvSpPr>
          <p:cNvPr id="160" name="Shape 39"/>
          <p:cNvSpPr/>
          <p:nvPr/>
        </p:nvSpPr>
        <p:spPr>
          <a:xfrm>
            <a:off x="10881360" y="356870"/>
            <a:ext cx="1087755" cy="103251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  <p:txBody>
          <a:bodyPr/>
          <a:p>
            <a:endParaRPr lang="zh-CN" altLang="en-US"/>
          </a:p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215" y="1664335"/>
            <a:ext cx="988695" cy="988695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770" y="564515"/>
            <a:ext cx="882015" cy="882015"/>
          </a:xfrm>
          <a:prstGeom prst="rect">
            <a:avLst/>
          </a:prstGeom>
        </p:spPr>
      </p:pic>
      <p:pic>
        <p:nvPicPr>
          <p:cNvPr id="165" name="图片 1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" y="4979670"/>
            <a:ext cx="852170" cy="852170"/>
          </a:xfrm>
          <a:prstGeom prst="rect">
            <a:avLst/>
          </a:prstGeom>
        </p:spPr>
      </p:pic>
      <p:pic>
        <p:nvPicPr>
          <p:cNvPr id="166" name="图片 1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035" y="3829050"/>
            <a:ext cx="1031875" cy="1031875"/>
          </a:xfrm>
          <a:prstGeom prst="rect">
            <a:avLst/>
          </a:prstGeom>
        </p:spPr>
      </p:pic>
      <p:pic>
        <p:nvPicPr>
          <p:cNvPr id="167" name="图片 1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7490" y="857885"/>
            <a:ext cx="840740" cy="840740"/>
          </a:xfrm>
          <a:prstGeom prst="rect">
            <a:avLst/>
          </a:prstGeom>
        </p:spPr>
      </p:pic>
      <p:pic>
        <p:nvPicPr>
          <p:cNvPr id="168" name="图片 16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5360" y="857885"/>
            <a:ext cx="840740" cy="840740"/>
          </a:xfrm>
          <a:prstGeom prst="rect">
            <a:avLst/>
          </a:prstGeom>
        </p:spPr>
      </p:pic>
      <p:pic>
        <p:nvPicPr>
          <p:cNvPr id="169" name="图片 168" descr="bd1a43903c927de6f9f016d4d1baa1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39745" y="3025140"/>
            <a:ext cx="1019175" cy="574040"/>
          </a:xfrm>
          <a:prstGeom prst="rect">
            <a:avLst/>
          </a:prstGeom>
        </p:spPr>
      </p:pic>
      <p:pic>
        <p:nvPicPr>
          <p:cNvPr id="172" name="图片 17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2640" y="4704080"/>
            <a:ext cx="648970" cy="648970"/>
          </a:xfrm>
          <a:prstGeom prst="rect">
            <a:avLst/>
          </a:prstGeom>
        </p:spPr>
      </p:pic>
      <p:pic>
        <p:nvPicPr>
          <p:cNvPr id="173" name="图片 17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2870" y="2983865"/>
            <a:ext cx="578485" cy="578485"/>
          </a:xfrm>
          <a:prstGeom prst="rect">
            <a:avLst/>
          </a:prstGeom>
        </p:spPr>
      </p:pic>
      <p:pic>
        <p:nvPicPr>
          <p:cNvPr id="175" name="图片 17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9690" y="4783455"/>
            <a:ext cx="589915" cy="589915"/>
          </a:xfrm>
          <a:prstGeom prst="rect">
            <a:avLst/>
          </a:prstGeom>
        </p:spPr>
      </p:pic>
      <p:pic>
        <p:nvPicPr>
          <p:cNvPr id="176" name="图片 17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14535" y="3001645"/>
            <a:ext cx="612775" cy="612775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65435" y="4765675"/>
            <a:ext cx="587375" cy="587375"/>
          </a:xfrm>
          <a:prstGeom prst="rect">
            <a:avLst/>
          </a:prstGeom>
        </p:spPr>
      </p:pic>
      <p:sp>
        <p:nvSpPr>
          <p:cNvPr id="179" name="Text 81"/>
          <p:cNvSpPr/>
          <p:nvPr/>
        </p:nvSpPr>
        <p:spPr>
          <a:xfrm>
            <a:off x="11045571" y="1151636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80" name="图片 17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74095" y="356870"/>
            <a:ext cx="708660" cy="7086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>On-screen Show (16:9)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微软雅黑</vt:lpstr>
      <vt:lpstr>Calibri</vt:lpstr>
      <vt:lpstr>MS PGothic</vt:lpstr>
      <vt:lpstr>Arial Unicode MS</vt:lpstr>
      <vt:lpstr>等线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。。。。</cp:lastModifiedBy>
  <cp:revision>16</cp:revision>
  <dcterms:created xsi:type="dcterms:W3CDTF">2026-06-15T09:04:00Z</dcterms:created>
  <dcterms:modified xsi:type="dcterms:W3CDTF">2026-06-18T05:30:53Z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77C562C198BB4110943968C446AFB6DD_13</vt:lpwstr>
  </property>
  <property fmtid="{D5CDD505-2E9C-101B-9397-08002B2CF9AE}" pid="3" name="KSOProductBuildVer">
    <vt:lpwstr>2052-12.1.0.26895</vt:lpwstr>
  </property>
</Properties>
</file>