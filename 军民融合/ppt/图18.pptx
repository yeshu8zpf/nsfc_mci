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9" r:id="rId2"/>
    <p:sldId id="260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DF9"/>
    <a:srgbClr val="EFF3FB"/>
    <a:srgbClr val="DAE3F5"/>
    <a:srgbClr val="2E54A1"/>
    <a:srgbClr val="FC022B"/>
    <a:srgbClr val="FCA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96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1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273050"/>
            <a:ext cx="11932920" cy="6475095"/>
          </a:xfrm>
          <a:prstGeom prst="roundRect">
            <a:avLst>
              <a:gd name="adj" fmla="val 1653"/>
            </a:avLst>
          </a:prstGeom>
          <a:ln w="22225">
            <a:solidFill>
              <a:srgbClr val="4874CB"/>
            </a:solidFill>
            <a:prstDash val="dash"/>
          </a:ln>
        </p:spPr>
      </p:sp>
      <p:sp>
        <p:nvSpPr>
          <p:cNvPr id="208" name="Shape 3">
            <a:extLst>
              <a:ext uri="{FF2B5EF4-FFF2-40B4-BE49-F238E27FC236}">
                <a16:creationId xmlns:a16="http://schemas.microsoft.com/office/drawing/2014/main" id="{DF9F7B55-AFE7-F8B6-C92C-29B4EA29C525}"/>
              </a:ext>
            </a:extLst>
          </p:cNvPr>
          <p:cNvSpPr/>
          <p:nvPr/>
        </p:nvSpPr>
        <p:spPr>
          <a:xfrm rot="16200000">
            <a:off x="5181166" y="-4145363"/>
            <a:ext cx="1819498" cy="11060164"/>
          </a:xfrm>
          <a:prstGeom prst="roundRect">
            <a:avLst>
              <a:gd name="adj" fmla="val 4938"/>
            </a:avLst>
          </a:prstGeom>
          <a:solidFill>
            <a:srgbClr val="DAE3F5"/>
          </a:solidFill>
          <a:ln w="15875">
            <a:noFill/>
            <a:prstDash val="solid"/>
          </a:ln>
        </p:spPr>
      </p:sp>
      <p:sp>
        <p:nvSpPr>
          <p:cNvPr id="211" name="Shape 6">
            <a:extLst>
              <a:ext uri="{FF2B5EF4-FFF2-40B4-BE49-F238E27FC236}">
                <a16:creationId xmlns:a16="http://schemas.microsoft.com/office/drawing/2014/main" id="{FED42491-0434-CA50-C99A-ABE32807A4C5}"/>
              </a:ext>
            </a:extLst>
          </p:cNvPr>
          <p:cNvSpPr/>
          <p:nvPr/>
        </p:nvSpPr>
        <p:spPr>
          <a:xfrm rot="16200000">
            <a:off x="7657410" y="-1665689"/>
            <a:ext cx="1509746" cy="608883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1CC1E257-CC4C-73C6-E1E7-F97F0CDF80FB}"/>
              </a:ext>
            </a:extLst>
          </p:cNvPr>
          <p:cNvCxnSpPr>
            <a:cxnSpLocks/>
          </p:cNvCxnSpPr>
          <p:nvPr/>
        </p:nvCxnSpPr>
        <p:spPr>
          <a:xfrm>
            <a:off x="9443985" y="890435"/>
            <a:ext cx="643807" cy="3395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D0FE4D97-CD62-46F0-9C9E-EAFD766B3722}"/>
              </a:ext>
            </a:extLst>
          </p:cNvPr>
          <p:cNvCxnSpPr>
            <a:cxnSpLocks/>
          </p:cNvCxnSpPr>
          <p:nvPr/>
        </p:nvCxnSpPr>
        <p:spPr>
          <a:xfrm flipV="1">
            <a:off x="9459611" y="1477825"/>
            <a:ext cx="643807" cy="328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 32">
            <a:extLst>
              <a:ext uri="{FF2B5EF4-FFF2-40B4-BE49-F238E27FC236}">
                <a16:creationId xmlns:a16="http://schemas.microsoft.com/office/drawing/2014/main" id="{E0E6E4FC-9CE7-8308-DE46-56B0CFC0A76E}"/>
              </a:ext>
            </a:extLst>
          </p:cNvPr>
          <p:cNvSpPr/>
          <p:nvPr/>
        </p:nvSpPr>
        <p:spPr>
          <a:xfrm>
            <a:off x="8302053" y="2951290"/>
            <a:ext cx="3307715" cy="3605181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noFill/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60832" y="2955650"/>
            <a:ext cx="3307715" cy="3605181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noFill/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431443" y="2944408"/>
            <a:ext cx="3307715" cy="3611819"/>
          </a:xfrm>
          <a:prstGeom prst="roundRect">
            <a:avLst>
              <a:gd name="adj" fmla="val 2034"/>
            </a:avLst>
          </a:prstGeom>
          <a:solidFill>
            <a:srgbClr val="DAE3F5"/>
          </a:solidFill>
          <a:ln w="12700">
            <a:noFill/>
            <a:prstDash val="solid"/>
          </a:ln>
        </p:spPr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60C30E7-8CB1-136D-72B8-55158178FE8F}"/>
              </a:ext>
            </a:extLst>
          </p:cNvPr>
          <p:cNvGrpSpPr/>
          <p:nvPr/>
        </p:nvGrpSpPr>
        <p:grpSpPr>
          <a:xfrm>
            <a:off x="729138" y="3207065"/>
            <a:ext cx="2941161" cy="439123"/>
            <a:chOff x="2303907" y="1516423"/>
            <a:chExt cx="2459736" cy="696190"/>
          </a:xfrm>
        </p:grpSpPr>
        <p:sp>
          <p:nvSpPr>
            <p:cNvPr id="42" name="Shape 39"/>
            <p:cNvSpPr/>
            <p:nvPr/>
          </p:nvSpPr>
          <p:spPr>
            <a:xfrm>
              <a:off x="2303907" y="1516423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43" name="Text 40"/>
            <p:cNvSpPr/>
            <p:nvPr/>
          </p:nvSpPr>
          <p:spPr>
            <a:xfrm>
              <a:off x="2340483" y="1583264"/>
              <a:ext cx="2359433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某个恶意 DID 被识别进入监管视野</a:t>
              </a:r>
            </a:p>
          </p:txBody>
        </p:sp>
      </p:grpSp>
      <p:sp>
        <p:nvSpPr>
          <p:cNvPr id="133" name="Shape 118"/>
          <p:cNvSpPr/>
          <p:nvPr/>
        </p:nvSpPr>
        <p:spPr>
          <a:xfrm>
            <a:off x="3999548" y="2562708"/>
            <a:ext cx="243586" cy="323301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7" name="Shape 122"/>
          <p:cNvSpPr/>
          <p:nvPr/>
        </p:nvSpPr>
        <p:spPr>
          <a:xfrm>
            <a:off x="2086737" y="3705649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sp>
        <p:nvSpPr>
          <p:cNvPr id="7" name="Shape 118">
            <a:extLst>
              <a:ext uri="{FF2B5EF4-FFF2-40B4-BE49-F238E27FC236}">
                <a16:creationId xmlns:a16="http://schemas.microsoft.com/office/drawing/2014/main" id="{60505270-1A20-A5D0-5A5D-856C22BCCB18}"/>
              </a:ext>
            </a:extLst>
          </p:cNvPr>
          <p:cNvSpPr/>
          <p:nvPr/>
        </p:nvSpPr>
        <p:spPr>
          <a:xfrm>
            <a:off x="7923974" y="2562708"/>
            <a:ext cx="243586" cy="323301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33" name="Shape 30"/>
          <p:cNvSpPr/>
          <p:nvPr/>
        </p:nvSpPr>
        <p:spPr>
          <a:xfrm>
            <a:off x="560832" y="2500528"/>
            <a:ext cx="3307715" cy="567854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34746" y="2582541"/>
            <a:ext cx="2697480" cy="439123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①关联密文解密</a:t>
            </a:r>
          </a:p>
        </p:txBody>
      </p:sp>
      <p:sp>
        <p:nvSpPr>
          <p:cNvPr id="39" name="Shape 36"/>
          <p:cNvSpPr/>
          <p:nvPr/>
        </p:nvSpPr>
        <p:spPr>
          <a:xfrm>
            <a:off x="8302053" y="2500014"/>
            <a:ext cx="3307715" cy="565828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607170" y="2329241"/>
            <a:ext cx="2697480" cy="87782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③跨链追踪与审计撤销</a:t>
            </a:r>
          </a:p>
        </p:txBody>
      </p:sp>
      <p:sp>
        <p:nvSpPr>
          <p:cNvPr id="36" name="Shape 33"/>
          <p:cNvSpPr/>
          <p:nvPr/>
        </p:nvSpPr>
        <p:spPr>
          <a:xfrm>
            <a:off x="4431443" y="2500271"/>
            <a:ext cx="3307715" cy="566841"/>
          </a:xfrm>
          <a:prstGeom prst="roundRect">
            <a:avLst>
              <a:gd name="adj" fmla="val 6250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736560" y="2468044"/>
            <a:ext cx="2697480" cy="711835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algn="ctr">
              <a:lnSpc>
                <a:spcPct val="95000"/>
              </a:lnSpc>
            </a:pP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rPr>
              <a:t>②凭证调用索引项解析</a:t>
            </a:r>
          </a:p>
        </p:txBody>
      </p:sp>
      <p:sp>
        <p:nvSpPr>
          <p:cNvPr id="26" name="Shape 122">
            <a:extLst>
              <a:ext uri="{FF2B5EF4-FFF2-40B4-BE49-F238E27FC236}">
                <a16:creationId xmlns:a16="http://schemas.microsoft.com/office/drawing/2014/main" id="{2C5BCAF3-60E9-399A-A686-2129480C203B}"/>
              </a:ext>
            </a:extLst>
          </p:cNvPr>
          <p:cNvSpPr/>
          <p:nvPr/>
        </p:nvSpPr>
        <p:spPr>
          <a:xfrm>
            <a:off x="5957348" y="3687751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DB82C574-F7A7-BC26-6F98-07290CCB5D6F}"/>
              </a:ext>
            </a:extLst>
          </p:cNvPr>
          <p:cNvGrpSpPr/>
          <p:nvPr/>
        </p:nvGrpSpPr>
        <p:grpSpPr>
          <a:xfrm>
            <a:off x="737426" y="3958775"/>
            <a:ext cx="2941161" cy="578655"/>
            <a:chOff x="2310838" y="1516424"/>
            <a:chExt cx="2459736" cy="696190"/>
          </a:xfrm>
        </p:grpSpPr>
        <p:sp>
          <p:nvSpPr>
            <p:cNvPr id="15" name="Shape 39">
              <a:extLst>
                <a:ext uri="{FF2B5EF4-FFF2-40B4-BE49-F238E27FC236}">
                  <a16:creationId xmlns:a16="http://schemas.microsoft.com/office/drawing/2014/main" id="{DFE03FAB-7673-E7CF-BB0D-02F0959598E8}"/>
                </a:ext>
              </a:extLst>
            </p:cNvPr>
            <p:cNvSpPr/>
            <p:nvPr/>
          </p:nvSpPr>
          <p:spPr>
            <a:xfrm>
              <a:off x="2310838" y="1516424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6" name="Text 40">
              <a:extLst>
                <a:ext uri="{FF2B5EF4-FFF2-40B4-BE49-F238E27FC236}">
                  <a16:creationId xmlns:a16="http://schemas.microsoft.com/office/drawing/2014/main" id="{0F293BB0-0D03-3913-AD52-015E94176931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从本地链身份合约查询关联密文</a:t>
              </a:r>
              <a:r>
                <a:rPr lang="en-US" altLang="zh-CN" sz="1400" b="1" dirty="0" err="1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CTlink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5D02732-4298-0CC8-D8B8-9E25F6F4D220}"/>
              </a:ext>
            </a:extLst>
          </p:cNvPr>
          <p:cNvGrpSpPr/>
          <p:nvPr/>
        </p:nvGrpSpPr>
        <p:grpSpPr>
          <a:xfrm>
            <a:off x="737426" y="4850017"/>
            <a:ext cx="2941161" cy="578655"/>
            <a:chOff x="2310838" y="1516424"/>
            <a:chExt cx="2459736" cy="696190"/>
          </a:xfrm>
        </p:grpSpPr>
        <p:sp>
          <p:nvSpPr>
            <p:cNvPr id="28" name="Shape 39">
              <a:extLst>
                <a:ext uri="{FF2B5EF4-FFF2-40B4-BE49-F238E27FC236}">
                  <a16:creationId xmlns:a16="http://schemas.microsoft.com/office/drawing/2014/main" id="{E30DD1E0-A457-86C7-5E4C-DE5722FF21C6}"/>
                </a:ext>
              </a:extLst>
            </p:cNvPr>
            <p:cNvSpPr/>
            <p:nvPr/>
          </p:nvSpPr>
          <p:spPr>
            <a:xfrm>
              <a:off x="2310838" y="1516424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41" name="Text 40">
              <a:extLst>
                <a:ext uri="{FF2B5EF4-FFF2-40B4-BE49-F238E27FC236}">
                  <a16:creationId xmlns:a16="http://schemas.microsoft.com/office/drawing/2014/main" id="{68044A9E-A6B5-2B33-89D1-690A08377C90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不少于 t 个监管委员会成员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提交有效解密份额</a:t>
              </a: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94A492B5-3018-8242-2C92-4881F3E17104}"/>
              </a:ext>
            </a:extLst>
          </p:cNvPr>
          <p:cNvGrpSpPr/>
          <p:nvPr/>
        </p:nvGrpSpPr>
        <p:grpSpPr>
          <a:xfrm>
            <a:off x="737426" y="5741258"/>
            <a:ext cx="2941161" cy="578655"/>
            <a:chOff x="2310838" y="1509371"/>
            <a:chExt cx="2459736" cy="696190"/>
          </a:xfrm>
        </p:grpSpPr>
        <p:sp>
          <p:nvSpPr>
            <p:cNvPr id="45" name="Shape 39">
              <a:extLst>
                <a:ext uri="{FF2B5EF4-FFF2-40B4-BE49-F238E27FC236}">
                  <a16:creationId xmlns:a16="http://schemas.microsoft.com/office/drawing/2014/main" id="{1E6D3315-44EA-37F5-49F2-E9041003701B}"/>
                </a:ext>
              </a:extLst>
            </p:cNvPr>
            <p:cNvSpPr/>
            <p:nvPr/>
          </p:nvSpPr>
          <p:spPr>
            <a:xfrm>
              <a:off x="2310838" y="1509371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46" name="Text 40">
              <a:extLst>
                <a:ext uri="{FF2B5EF4-FFF2-40B4-BE49-F238E27FC236}">
                  <a16:creationId xmlns:a16="http://schemas.microsoft.com/office/drawing/2014/main" id="{C7D2E178-DEDE-4729-93D9-202885E3386E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协同解密恢复跨链关联身份的公钥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pkt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/>
                </a:rPr>
                <a:t>, 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pk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s</a:t>
              </a:r>
              <a:endPara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</p:txBody>
        </p:sp>
      </p:grpSp>
      <p:sp>
        <p:nvSpPr>
          <p:cNvPr id="47" name="Shape 122">
            <a:extLst>
              <a:ext uri="{FF2B5EF4-FFF2-40B4-BE49-F238E27FC236}">
                <a16:creationId xmlns:a16="http://schemas.microsoft.com/office/drawing/2014/main" id="{9071526D-DEAA-2DE7-A167-40540221BC3D}"/>
              </a:ext>
            </a:extLst>
          </p:cNvPr>
          <p:cNvSpPr/>
          <p:nvPr/>
        </p:nvSpPr>
        <p:spPr>
          <a:xfrm>
            <a:off x="2080053" y="4621207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sp>
        <p:nvSpPr>
          <p:cNvPr id="48" name="Shape 122">
            <a:extLst>
              <a:ext uri="{FF2B5EF4-FFF2-40B4-BE49-F238E27FC236}">
                <a16:creationId xmlns:a16="http://schemas.microsoft.com/office/drawing/2014/main" id="{CED0D0CC-8D6F-1E38-A4FE-347C0B4F0EDD}"/>
              </a:ext>
            </a:extLst>
          </p:cNvPr>
          <p:cNvSpPr/>
          <p:nvPr/>
        </p:nvSpPr>
        <p:spPr>
          <a:xfrm>
            <a:off x="2089730" y="5502314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7020181-40D5-4DF0-DD89-F574CBBD5C61}"/>
              </a:ext>
            </a:extLst>
          </p:cNvPr>
          <p:cNvGrpSpPr/>
          <p:nvPr/>
        </p:nvGrpSpPr>
        <p:grpSpPr>
          <a:xfrm>
            <a:off x="4618864" y="3171899"/>
            <a:ext cx="2932873" cy="468434"/>
            <a:chOff x="4610512" y="3063132"/>
            <a:chExt cx="2932873" cy="566841"/>
          </a:xfrm>
        </p:grpSpPr>
        <p:sp>
          <p:nvSpPr>
            <p:cNvPr id="53" name="Shape 70">
              <a:extLst>
                <a:ext uri="{FF2B5EF4-FFF2-40B4-BE49-F238E27FC236}">
                  <a16:creationId xmlns:a16="http://schemas.microsoft.com/office/drawing/2014/main" id="{710A02A8-9FD8-3DDE-8B9B-C36DF7FD53CD}"/>
                </a:ext>
              </a:extLst>
            </p:cNvPr>
            <p:cNvSpPr/>
            <p:nvPr/>
          </p:nvSpPr>
          <p:spPr>
            <a:xfrm>
              <a:off x="4610512" y="3063132"/>
              <a:ext cx="2932873" cy="566841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54" name="Text 40">
              <a:extLst>
                <a:ext uri="{FF2B5EF4-FFF2-40B4-BE49-F238E27FC236}">
                  <a16:creationId xmlns:a16="http://schemas.microsoft.com/office/drawing/2014/main" id="{E0BE1CE8-CCB9-C28F-09FC-05EAE0DC79B6}"/>
                </a:ext>
              </a:extLst>
            </p:cNvPr>
            <p:cNvSpPr/>
            <p:nvPr/>
          </p:nvSpPr>
          <p:spPr>
            <a:xfrm>
              <a:off x="4666335" y="3160524"/>
              <a:ext cx="2821226" cy="3500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根据恢复公钥查询凭证签发机构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定位涉事实体名下匿名凭证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0D76E811-16BE-944B-9BF3-7D08C6769BB2}"/>
              </a:ext>
            </a:extLst>
          </p:cNvPr>
          <p:cNvGrpSpPr/>
          <p:nvPr/>
        </p:nvGrpSpPr>
        <p:grpSpPr>
          <a:xfrm>
            <a:off x="4618864" y="3914682"/>
            <a:ext cx="2932873" cy="468434"/>
            <a:chOff x="4610512" y="3063132"/>
            <a:chExt cx="2932873" cy="566841"/>
          </a:xfrm>
        </p:grpSpPr>
        <p:sp>
          <p:nvSpPr>
            <p:cNvPr id="57" name="Shape 70">
              <a:extLst>
                <a:ext uri="{FF2B5EF4-FFF2-40B4-BE49-F238E27FC236}">
                  <a16:creationId xmlns:a16="http://schemas.microsoft.com/office/drawing/2014/main" id="{83659FE0-67E9-EB81-68FC-8AABF5FC3D75}"/>
                </a:ext>
              </a:extLst>
            </p:cNvPr>
            <p:cNvSpPr/>
            <p:nvPr/>
          </p:nvSpPr>
          <p:spPr>
            <a:xfrm>
              <a:off x="4610512" y="3063132"/>
              <a:ext cx="2932873" cy="566841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58" name="Text 40">
              <a:extLst>
                <a:ext uri="{FF2B5EF4-FFF2-40B4-BE49-F238E27FC236}">
                  <a16:creationId xmlns:a16="http://schemas.microsoft.com/office/drawing/2014/main" id="{C7FA109D-8184-B446-4EB9-FB7280AA592C}"/>
                </a:ext>
              </a:extLst>
            </p:cNvPr>
            <p:cNvSpPr/>
            <p:nvPr/>
          </p:nvSpPr>
          <p:spPr>
            <a:xfrm>
              <a:off x="4666335" y="3160524"/>
              <a:ext cx="2821226" cy="3500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返回匿名凭证集合</a:t>
              </a: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{vid1, vid2, vid3, ...}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87660107-F6B7-D167-86C9-E3AA0A81DA2B}"/>
              </a:ext>
            </a:extLst>
          </p:cNvPr>
          <p:cNvGrpSpPr/>
          <p:nvPr/>
        </p:nvGrpSpPr>
        <p:grpSpPr>
          <a:xfrm>
            <a:off x="4614688" y="4649534"/>
            <a:ext cx="2941225" cy="406368"/>
            <a:chOff x="4610512" y="3063132"/>
            <a:chExt cx="2941225" cy="350073"/>
          </a:xfrm>
        </p:grpSpPr>
        <p:sp>
          <p:nvSpPr>
            <p:cNvPr id="60" name="Shape 70">
              <a:extLst>
                <a:ext uri="{FF2B5EF4-FFF2-40B4-BE49-F238E27FC236}">
                  <a16:creationId xmlns:a16="http://schemas.microsoft.com/office/drawing/2014/main" id="{DF034973-DD10-DE2D-7228-4FA1B63CE0BD}"/>
                </a:ext>
              </a:extLst>
            </p:cNvPr>
            <p:cNvSpPr/>
            <p:nvPr/>
          </p:nvSpPr>
          <p:spPr>
            <a:xfrm>
              <a:off x="4610512" y="3063132"/>
              <a:ext cx="2932873" cy="350073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61" name="Text 40">
              <a:extLst>
                <a:ext uri="{FF2B5EF4-FFF2-40B4-BE49-F238E27FC236}">
                  <a16:creationId xmlns:a16="http://schemas.microsoft.com/office/drawing/2014/main" id="{085D6737-7C85-A296-D918-D9BEA74A8455}"/>
                </a:ext>
              </a:extLst>
            </p:cNvPr>
            <p:cNvSpPr/>
            <p:nvPr/>
          </p:nvSpPr>
          <p:spPr>
            <a:xfrm>
              <a:off x="4618865" y="3063132"/>
              <a:ext cx="2932872" cy="3500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按凭证编号 vid 访问凭证调用索引表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0C9C5DB-89B4-1B69-5364-76E395F3356D}"/>
              </a:ext>
            </a:extLst>
          </p:cNvPr>
          <p:cNvGrpSpPr/>
          <p:nvPr/>
        </p:nvGrpSpPr>
        <p:grpSpPr>
          <a:xfrm>
            <a:off x="4614688" y="5320096"/>
            <a:ext cx="2941225" cy="406368"/>
            <a:chOff x="4610512" y="3063132"/>
            <a:chExt cx="2941225" cy="350073"/>
          </a:xfrm>
        </p:grpSpPr>
        <p:sp>
          <p:nvSpPr>
            <p:cNvPr id="63" name="Shape 70">
              <a:extLst>
                <a:ext uri="{FF2B5EF4-FFF2-40B4-BE49-F238E27FC236}">
                  <a16:creationId xmlns:a16="http://schemas.microsoft.com/office/drawing/2014/main" id="{4AA989CF-3BEA-7D10-501E-BB9DDE64D337}"/>
                </a:ext>
              </a:extLst>
            </p:cNvPr>
            <p:cNvSpPr/>
            <p:nvPr/>
          </p:nvSpPr>
          <p:spPr>
            <a:xfrm>
              <a:off x="4610512" y="3063132"/>
              <a:ext cx="2932873" cy="350073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65" name="Text 40">
              <a:extLst>
                <a:ext uri="{FF2B5EF4-FFF2-40B4-BE49-F238E27FC236}">
                  <a16:creationId xmlns:a16="http://schemas.microsoft.com/office/drawing/2014/main" id="{91EEC8DA-AD81-C24F-949F-9E3F5356BB91}"/>
                </a:ext>
              </a:extLst>
            </p:cNvPr>
            <p:cNvSpPr/>
            <p:nvPr/>
          </p:nvSpPr>
          <p:spPr>
            <a:xfrm>
              <a:off x="4618865" y="3063132"/>
              <a:ext cx="2932872" cy="3500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对索引项执行PRF去混淆与AES解密</a:t>
              </a:r>
            </a:p>
          </p:txBody>
        </p:sp>
      </p:grpSp>
      <p:sp>
        <p:nvSpPr>
          <p:cNvPr id="71" name="Shape 122">
            <a:extLst>
              <a:ext uri="{FF2B5EF4-FFF2-40B4-BE49-F238E27FC236}">
                <a16:creationId xmlns:a16="http://schemas.microsoft.com/office/drawing/2014/main" id="{4BDB2EC9-1A12-C6BF-C25B-FD0B35C72897}"/>
              </a:ext>
            </a:extLst>
          </p:cNvPr>
          <p:cNvSpPr/>
          <p:nvPr/>
        </p:nvSpPr>
        <p:spPr>
          <a:xfrm>
            <a:off x="5957348" y="4428434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sp>
        <p:nvSpPr>
          <p:cNvPr id="73" name="Shape 122">
            <a:extLst>
              <a:ext uri="{FF2B5EF4-FFF2-40B4-BE49-F238E27FC236}">
                <a16:creationId xmlns:a16="http://schemas.microsoft.com/office/drawing/2014/main" id="{C4A868C6-E9AF-3BB8-85A4-F21A66AAA069}"/>
              </a:ext>
            </a:extLst>
          </p:cNvPr>
          <p:cNvSpPr/>
          <p:nvPr/>
        </p:nvSpPr>
        <p:spPr>
          <a:xfrm>
            <a:off x="5957348" y="5095922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04A96C8E-D561-A7F1-D6D6-9F6F20B59485}"/>
              </a:ext>
            </a:extLst>
          </p:cNvPr>
          <p:cNvGrpSpPr/>
          <p:nvPr/>
        </p:nvGrpSpPr>
        <p:grpSpPr>
          <a:xfrm>
            <a:off x="4618864" y="5965868"/>
            <a:ext cx="2932873" cy="447465"/>
            <a:chOff x="4610512" y="3063132"/>
            <a:chExt cx="2932873" cy="566841"/>
          </a:xfrm>
        </p:grpSpPr>
        <p:sp>
          <p:nvSpPr>
            <p:cNvPr id="92" name="Shape 70">
              <a:extLst>
                <a:ext uri="{FF2B5EF4-FFF2-40B4-BE49-F238E27FC236}">
                  <a16:creationId xmlns:a16="http://schemas.microsoft.com/office/drawing/2014/main" id="{43C8C4D6-7D5E-FC9E-1F61-496E102E5EF6}"/>
                </a:ext>
              </a:extLst>
            </p:cNvPr>
            <p:cNvSpPr/>
            <p:nvPr/>
          </p:nvSpPr>
          <p:spPr>
            <a:xfrm>
              <a:off x="4610512" y="3063132"/>
              <a:ext cx="2932873" cy="566841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02" name="Text 40">
              <a:extLst>
                <a:ext uri="{FF2B5EF4-FFF2-40B4-BE49-F238E27FC236}">
                  <a16:creationId xmlns:a16="http://schemas.microsoft.com/office/drawing/2014/main" id="{396BB2CB-8A24-F112-7198-A5F3062E0798}"/>
                </a:ext>
              </a:extLst>
            </p:cNvPr>
            <p:cNvSpPr/>
            <p:nvPr/>
          </p:nvSpPr>
          <p:spPr>
            <a:xfrm>
              <a:off x="4666335" y="3160524"/>
              <a:ext cx="2821226" cy="350073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恢复与匿名凭证存在调用关系的</a:t>
              </a:r>
              <a:endParaRPr lang="en-US" altLang="zh-CN" sz="14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  <a:p>
              <a:pPr algn="ctr"/>
              <a:r>
                <a:rPr lang="zh-CN" altLang="en-US" sz="1400" b="1" dirty="0">
                  <a:solidFill>
                    <a:srgbClr val="2E54A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关联 DID 集合</a:t>
              </a:r>
            </a:p>
          </p:txBody>
        </p:sp>
      </p:grpSp>
      <p:sp>
        <p:nvSpPr>
          <p:cNvPr id="105" name="Shape 122">
            <a:extLst>
              <a:ext uri="{FF2B5EF4-FFF2-40B4-BE49-F238E27FC236}">
                <a16:creationId xmlns:a16="http://schemas.microsoft.com/office/drawing/2014/main" id="{013ECF06-7ACD-2950-22B1-8031728DF6F9}"/>
              </a:ext>
            </a:extLst>
          </p:cNvPr>
          <p:cNvSpPr/>
          <p:nvPr/>
        </p:nvSpPr>
        <p:spPr>
          <a:xfrm>
            <a:off x="5957348" y="5767200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grpSp>
        <p:nvGrpSpPr>
          <p:cNvPr id="120" name="组合 119">
            <a:extLst>
              <a:ext uri="{FF2B5EF4-FFF2-40B4-BE49-F238E27FC236}">
                <a16:creationId xmlns:a16="http://schemas.microsoft.com/office/drawing/2014/main" id="{626CA1C5-F360-ACA8-AEC9-591635384EF7}"/>
              </a:ext>
            </a:extLst>
          </p:cNvPr>
          <p:cNvGrpSpPr/>
          <p:nvPr/>
        </p:nvGrpSpPr>
        <p:grpSpPr>
          <a:xfrm>
            <a:off x="8486921" y="3201210"/>
            <a:ext cx="2941161" cy="439123"/>
            <a:chOff x="2303907" y="1516423"/>
            <a:chExt cx="2459736" cy="696190"/>
          </a:xfrm>
        </p:grpSpPr>
        <p:sp>
          <p:nvSpPr>
            <p:cNvPr id="123" name="Shape 39">
              <a:extLst>
                <a:ext uri="{FF2B5EF4-FFF2-40B4-BE49-F238E27FC236}">
                  <a16:creationId xmlns:a16="http://schemas.microsoft.com/office/drawing/2014/main" id="{631CEF55-54B8-4185-1D0F-8B9BC8CCAA34}"/>
                </a:ext>
              </a:extLst>
            </p:cNvPr>
            <p:cNvSpPr/>
            <p:nvPr/>
          </p:nvSpPr>
          <p:spPr>
            <a:xfrm>
              <a:off x="2303907" y="1516423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24" name="Text 40">
              <a:extLst>
                <a:ext uri="{FF2B5EF4-FFF2-40B4-BE49-F238E27FC236}">
                  <a16:creationId xmlns:a16="http://schemas.microsoft.com/office/drawing/2014/main" id="{F66B261E-7CB8-15E9-BAA3-DFC5B8144196}"/>
                </a:ext>
              </a:extLst>
            </p:cNvPr>
            <p:cNvSpPr/>
            <p:nvPr/>
          </p:nvSpPr>
          <p:spPr>
            <a:xfrm>
              <a:off x="2340253" y="1583264"/>
              <a:ext cx="2389077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新恢复的DID作为下一轮追踪切入点</a:t>
              </a:r>
            </a:p>
          </p:txBody>
        </p:sp>
      </p:grpSp>
      <p:sp>
        <p:nvSpPr>
          <p:cNvPr id="125" name="Shape 122">
            <a:extLst>
              <a:ext uri="{FF2B5EF4-FFF2-40B4-BE49-F238E27FC236}">
                <a16:creationId xmlns:a16="http://schemas.microsoft.com/office/drawing/2014/main" id="{36B0FCE8-9568-D0CE-A88C-EE7FBA7C3CE2}"/>
              </a:ext>
            </a:extLst>
          </p:cNvPr>
          <p:cNvSpPr/>
          <p:nvPr/>
        </p:nvSpPr>
        <p:spPr>
          <a:xfrm>
            <a:off x="9844520" y="3699794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0B14F3D-7A5A-D306-E74A-7E1E9E463E3C}"/>
              </a:ext>
            </a:extLst>
          </p:cNvPr>
          <p:cNvGrpSpPr/>
          <p:nvPr/>
        </p:nvGrpSpPr>
        <p:grpSpPr>
          <a:xfrm>
            <a:off x="8495209" y="3952920"/>
            <a:ext cx="2941161" cy="578655"/>
            <a:chOff x="2310838" y="1516424"/>
            <a:chExt cx="2459736" cy="696190"/>
          </a:xfrm>
        </p:grpSpPr>
        <p:sp>
          <p:nvSpPr>
            <p:cNvPr id="127" name="Shape 39">
              <a:extLst>
                <a:ext uri="{FF2B5EF4-FFF2-40B4-BE49-F238E27FC236}">
                  <a16:creationId xmlns:a16="http://schemas.microsoft.com/office/drawing/2014/main" id="{C5DC2340-4335-9675-F219-7B40A77523FA}"/>
                </a:ext>
              </a:extLst>
            </p:cNvPr>
            <p:cNvSpPr/>
            <p:nvPr/>
          </p:nvSpPr>
          <p:spPr>
            <a:xfrm>
              <a:off x="2310838" y="1516424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28" name="Text 40">
              <a:extLst>
                <a:ext uri="{FF2B5EF4-FFF2-40B4-BE49-F238E27FC236}">
                  <a16:creationId xmlns:a16="http://schemas.microsoft.com/office/drawing/2014/main" id="{BC3D35F2-7026-12E8-D13E-BACF3C6BA6C0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若相关记录位于外地链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/>
              </a:endParaRPr>
            </a:p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则向外地链监管委员会发起协查</a:t>
              </a:r>
            </a:p>
          </p:txBody>
        </p:sp>
      </p:grpSp>
      <p:grpSp>
        <p:nvGrpSpPr>
          <p:cNvPr id="129" name="组合 128">
            <a:extLst>
              <a:ext uri="{FF2B5EF4-FFF2-40B4-BE49-F238E27FC236}">
                <a16:creationId xmlns:a16="http://schemas.microsoft.com/office/drawing/2014/main" id="{DD00B0B1-426D-9089-A138-5FFEE7C331BE}"/>
              </a:ext>
            </a:extLst>
          </p:cNvPr>
          <p:cNvGrpSpPr/>
          <p:nvPr/>
        </p:nvGrpSpPr>
        <p:grpSpPr>
          <a:xfrm>
            <a:off x="8495209" y="4844162"/>
            <a:ext cx="2941161" cy="578655"/>
            <a:chOff x="2310838" y="1516424"/>
            <a:chExt cx="2459736" cy="696190"/>
          </a:xfrm>
        </p:grpSpPr>
        <p:sp>
          <p:nvSpPr>
            <p:cNvPr id="130" name="Shape 39">
              <a:extLst>
                <a:ext uri="{FF2B5EF4-FFF2-40B4-BE49-F238E27FC236}">
                  <a16:creationId xmlns:a16="http://schemas.microsoft.com/office/drawing/2014/main" id="{08C3B0CC-595E-9B78-53AD-4A6DB1207C26}"/>
                </a:ext>
              </a:extLst>
            </p:cNvPr>
            <p:cNvSpPr/>
            <p:nvPr/>
          </p:nvSpPr>
          <p:spPr>
            <a:xfrm>
              <a:off x="2310838" y="1516424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31" name="Text 40">
              <a:extLst>
                <a:ext uri="{FF2B5EF4-FFF2-40B4-BE49-F238E27FC236}">
                  <a16:creationId xmlns:a16="http://schemas.microsoft.com/office/drawing/2014/main" id="{1CB131E1-902C-B8D3-5C5C-A320240C835B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递归索引查询得到问责目标集合</a:t>
              </a:r>
            </a:p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（相关DID与相关凭证）</a:t>
              </a:r>
            </a:p>
          </p:txBody>
        </p:sp>
      </p:grp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6AF7BB35-2A98-E603-294B-9E09F5F0ECF4}"/>
              </a:ext>
            </a:extLst>
          </p:cNvPr>
          <p:cNvGrpSpPr/>
          <p:nvPr/>
        </p:nvGrpSpPr>
        <p:grpSpPr>
          <a:xfrm>
            <a:off x="8495209" y="5735403"/>
            <a:ext cx="2941161" cy="578655"/>
            <a:chOff x="2310838" y="1509371"/>
            <a:chExt cx="2459736" cy="696190"/>
          </a:xfrm>
        </p:grpSpPr>
        <p:sp>
          <p:nvSpPr>
            <p:cNvPr id="135" name="Shape 39">
              <a:extLst>
                <a:ext uri="{FF2B5EF4-FFF2-40B4-BE49-F238E27FC236}">
                  <a16:creationId xmlns:a16="http://schemas.microsoft.com/office/drawing/2014/main" id="{B0F59D37-205D-0F53-293F-E1ABF135E2AF}"/>
                </a:ext>
              </a:extLst>
            </p:cNvPr>
            <p:cNvSpPr/>
            <p:nvPr/>
          </p:nvSpPr>
          <p:spPr>
            <a:xfrm>
              <a:off x="2310838" y="1509371"/>
              <a:ext cx="2459736" cy="69619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2700">
              <a:solidFill>
                <a:srgbClr val="E6BAC0"/>
              </a:solidFill>
              <a:prstDash val="solid"/>
            </a:ln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36" name="Text 40">
              <a:extLst>
                <a:ext uri="{FF2B5EF4-FFF2-40B4-BE49-F238E27FC236}">
                  <a16:creationId xmlns:a16="http://schemas.microsoft.com/office/drawing/2014/main" id="{1E995DC1-F630-CFE5-3E6F-A1408338E0CA}"/>
                </a:ext>
              </a:extLst>
            </p:cNvPr>
            <p:cNvSpPr/>
            <p:nvPr/>
          </p:nvSpPr>
          <p:spPr>
            <a:xfrm>
              <a:off x="2310838" y="1583264"/>
              <a:ext cx="2452805" cy="5550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执行审计撤销与身份状态标记更新</a:t>
              </a:r>
            </a:p>
            <a:p>
              <a:pPr algn="ctr"/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S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tatus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(DID)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/>
                </a:rPr>
                <a:t> = revoked</a:t>
              </a:r>
            </a:p>
          </p:txBody>
        </p:sp>
      </p:grpSp>
      <p:sp>
        <p:nvSpPr>
          <p:cNvPr id="138" name="Shape 122">
            <a:extLst>
              <a:ext uri="{FF2B5EF4-FFF2-40B4-BE49-F238E27FC236}">
                <a16:creationId xmlns:a16="http://schemas.microsoft.com/office/drawing/2014/main" id="{6DB4109C-E85B-07A7-DA99-668804F7327A}"/>
              </a:ext>
            </a:extLst>
          </p:cNvPr>
          <p:cNvSpPr/>
          <p:nvPr/>
        </p:nvSpPr>
        <p:spPr>
          <a:xfrm>
            <a:off x="9837836" y="4615352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sp>
        <p:nvSpPr>
          <p:cNvPr id="139" name="Shape 122">
            <a:extLst>
              <a:ext uri="{FF2B5EF4-FFF2-40B4-BE49-F238E27FC236}">
                <a16:creationId xmlns:a16="http://schemas.microsoft.com/office/drawing/2014/main" id="{BF209CCE-943E-E503-4E70-54D9C7C914C1}"/>
              </a:ext>
            </a:extLst>
          </p:cNvPr>
          <p:cNvSpPr/>
          <p:nvPr/>
        </p:nvSpPr>
        <p:spPr>
          <a:xfrm>
            <a:off x="9847513" y="5496459"/>
            <a:ext cx="255905" cy="186944"/>
          </a:xfrm>
          <a:prstGeom prst="downArrow">
            <a:avLst/>
          </a:prstGeom>
          <a:solidFill>
            <a:srgbClr val="C00000"/>
          </a:solidFill>
        </p:spPr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4EF94A87-10D3-5382-00FE-6ADDCFA0A0AD}"/>
              </a:ext>
            </a:extLst>
          </p:cNvPr>
          <p:cNvGrpSpPr/>
          <p:nvPr/>
        </p:nvGrpSpPr>
        <p:grpSpPr>
          <a:xfrm flipV="1">
            <a:off x="11422870" y="3418406"/>
            <a:ext cx="165291" cy="1756818"/>
            <a:chOff x="11422870" y="3274473"/>
            <a:chExt cx="165291" cy="1756818"/>
          </a:xfrm>
        </p:grpSpPr>
        <p:cxnSp>
          <p:nvCxnSpPr>
            <p:cNvPr id="146" name="直接箭头连接符 145">
              <a:extLst>
                <a:ext uri="{FF2B5EF4-FFF2-40B4-BE49-F238E27FC236}">
                  <a16:creationId xmlns:a16="http://schemas.microsoft.com/office/drawing/2014/main" id="{E778A3B1-B079-0615-11D1-7C089E89F6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422871" y="5023175"/>
              <a:ext cx="165290" cy="0"/>
            </a:xfrm>
            <a:prstGeom prst="straightConnector1">
              <a:avLst/>
            </a:prstGeom>
            <a:ln w="15875">
              <a:solidFill>
                <a:srgbClr val="C0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5E455EA2-1157-6B9A-502A-F7DD1081A81F}"/>
                </a:ext>
              </a:extLst>
            </p:cNvPr>
            <p:cNvCxnSpPr/>
            <p:nvPr/>
          </p:nvCxnSpPr>
          <p:spPr>
            <a:xfrm rot="10800000" flipH="1" flipV="1">
              <a:off x="11422870" y="3284163"/>
              <a:ext cx="14871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9FD672B8-EBA3-8D50-F694-EC10AA7DBD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79416" y="3274473"/>
              <a:ext cx="183" cy="175681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9" name="Shape 4">
            <a:extLst>
              <a:ext uri="{FF2B5EF4-FFF2-40B4-BE49-F238E27FC236}">
                <a16:creationId xmlns:a16="http://schemas.microsoft.com/office/drawing/2014/main" id="{7D70D6C4-7D24-081C-B519-05EB9DDE3397}"/>
              </a:ext>
            </a:extLst>
          </p:cNvPr>
          <p:cNvSpPr/>
          <p:nvPr/>
        </p:nvSpPr>
        <p:spPr>
          <a:xfrm rot="16200000">
            <a:off x="2217620" y="-855784"/>
            <a:ext cx="1507067" cy="4471698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210" name="Text 5">
            <a:extLst>
              <a:ext uri="{FF2B5EF4-FFF2-40B4-BE49-F238E27FC236}">
                <a16:creationId xmlns:a16="http://schemas.microsoft.com/office/drawing/2014/main" id="{9FE98DED-0228-5D34-6BD0-0F82CF308C9A}"/>
              </a:ext>
            </a:extLst>
          </p:cNvPr>
          <p:cNvSpPr/>
          <p:nvPr/>
        </p:nvSpPr>
        <p:spPr>
          <a:xfrm>
            <a:off x="789321" y="1725537"/>
            <a:ext cx="1180194" cy="2260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98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监管委员会</a:t>
            </a:r>
          </a:p>
        </p:txBody>
      </p:sp>
      <p:sp>
        <p:nvSpPr>
          <p:cNvPr id="212" name="Text 28">
            <a:extLst>
              <a:ext uri="{FF2B5EF4-FFF2-40B4-BE49-F238E27FC236}">
                <a16:creationId xmlns:a16="http://schemas.microsoft.com/office/drawing/2014/main" id="{553ECDEB-BCE5-A7DB-1DA0-5958F6519DB9}"/>
              </a:ext>
            </a:extLst>
          </p:cNvPr>
          <p:cNvSpPr/>
          <p:nvPr/>
        </p:nvSpPr>
        <p:spPr>
          <a:xfrm>
            <a:off x="6039395" y="865066"/>
            <a:ext cx="1419849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请求者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本地身份</a:t>
            </a:r>
            <a:r>
              <a:rPr lang="en-US" altLang="zh-CN" sz="1600" b="1" dirty="0" err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DIDt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7" name="直接箭头连接符 176">
            <a:extLst>
              <a:ext uri="{FF2B5EF4-FFF2-40B4-BE49-F238E27FC236}">
                <a16:creationId xmlns:a16="http://schemas.microsoft.com/office/drawing/2014/main" id="{BAE97AFB-B2D0-EE76-F8EF-0794239DFB21}"/>
              </a:ext>
            </a:extLst>
          </p:cNvPr>
          <p:cNvCxnSpPr>
            <a:cxnSpLocks/>
          </p:cNvCxnSpPr>
          <p:nvPr/>
        </p:nvCxnSpPr>
        <p:spPr>
          <a:xfrm flipV="1">
            <a:off x="3186313" y="1053843"/>
            <a:ext cx="643807" cy="328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F427A594-E5F5-8271-5C62-8785F6A330A1}"/>
              </a:ext>
            </a:extLst>
          </p:cNvPr>
          <p:cNvCxnSpPr>
            <a:cxnSpLocks/>
          </p:cNvCxnSpPr>
          <p:nvPr/>
        </p:nvCxnSpPr>
        <p:spPr>
          <a:xfrm>
            <a:off x="3186313" y="1382027"/>
            <a:ext cx="643807" cy="56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ECF93409-288A-7D65-1A25-1888DCF9D871}"/>
              </a:ext>
            </a:extLst>
          </p:cNvPr>
          <p:cNvCxnSpPr>
            <a:cxnSpLocks/>
          </p:cNvCxnSpPr>
          <p:nvPr/>
        </p:nvCxnSpPr>
        <p:spPr>
          <a:xfrm>
            <a:off x="3186313" y="1382027"/>
            <a:ext cx="643807" cy="3395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B12CF92D-29E7-0ACB-8CC7-06F220AD74F9}"/>
              </a:ext>
            </a:extLst>
          </p:cNvPr>
          <p:cNvCxnSpPr>
            <a:cxnSpLocks/>
          </p:cNvCxnSpPr>
          <p:nvPr/>
        </p:nvCxnSpPr>
        <p:spPr>
          <a:xfrm>
            <a:off x="1698582" y="1400872"/>
            <a:ext cx="4165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矩形: 圆角 8">
            <a:extLst>
              <a:ext uri="{FF2B5EF4-FFF2-40B4-BE49-F238E27FC236}">
                <a16:creationId xmlns:a16="http://schemas.microsoft.com/office/drawing/2014/main" id="{24D9FAB1-B322-352D-4DDC-F06BA46A8A70}"/>
              </a:ext>
            </a:extLst>
          </p:cNvPr>
          <p:cNvSpPr/>
          <p:nvPr/>
        </p:nvSpPr>
        <p:spPr>
          <a:xfrm flipH="1">
            <a:off x="2187030" y="1017976"/>
            <a:ext cx="1180193" cy="712157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19" name="Text 5">
            <a:extLst>
              <a:ext uri="{FF2B5EF4-FFF2-40B4-BE49-F238E27FC236}">
                <a16:creationId xmlns:a16="http://schemas.microsoft.com/office/drawing/2014/main" id="{22E9121A-F713-1CE2-93AD-5D72FA270507}"/>
              </a:ext>
            </a:extLst>
          </p:cNvPr>
          <p:cNvSpPr/>
          <p:nvPr/>
        </p:nvSpPr>
        <p:spPr>
          <a:xfrm>
            <a:off x="2199319" y="1113726"/>
            <a:ext cx="1180195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分布式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密钥生成</a:t>
            </a:r>
          </a:p>
          <a:p>
            <a:pPr algn="ctr"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20" name="Text 5">
            <a:extLst>
              <a:ext uri="{FF2B5EF4-FFF2-40B4-BE49-F238E27FC236}">
                <a16:creationId xmlns:a16="http://schemas.microsoft.com/office/drawing/2014/main" id="{A5FEB3F2-30CA-25C0-1FFD-9A897A742CF0}"/>
              </a:ext>
            </a:extLst>
          </p:cNvPr>
          <p:cNvSpPr/>
          <p:nvPr/>
        </p:nvSpPr>
        <p:spPr>
          <a:xfrm>
            <a:off x="3907214" y="834476"/>
            <a:ext cx="1180195" cy="230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私钥份额</a:t>
            </a:r>
          </a:p>
          <a:p>
            <a:pPr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21" name="Text 5">
            <a:extLst>
              <a:ext uri="{FF2B5EF4-FFF2-40B4-BE49-F238E27FC236}">
                <a16:creationId xmlns:a16="http://schemas.microsoft.com/office/drawing/2014/main" id="{5417B890-4743-7F36-87C4-55866BDF7BD8}"/>
              </a:ext>
            </a:extLst>
          </p:cNvPr>
          <p:cNvSpPr/>
          <p:nvPr/>
        </p:nvSpPr>
        <p:spPr>
          <a:xfrm>
            <a:off x="3907214" y="1258260"/>
            <a:ext cx="1180195" cy="230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共享主密钥</a:t>
            </a:r>
          </a:p>
          <a:p>
            <a:pPr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22" name="Text 5">
            <a:extLst>
              <a:ext uri="{FF2B5EF4-FFF2-40B4-BE49-F238E27FC236}">
                <a16:creationId xmlns:a16="http://schemas.microsoft.com/office/drawing/2014/main" id="{77EACB07-67F2-9F2B-4AD0-2C63C15CC912}"/>
              </a:ext>
            </a:extLst>
          </p:cNvPr>
          <p:cNvSpPr/>
          <p:nvPr/>
        </p:nvSpPr>
        <p:spPr>
          <a:xfrm>
            <a:off x="3907214" y="1690698"/>
            <a:ext cx="1180195" cy="230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全局公钥</a:t>
            </a:r>
          </a:p>
          <a:p>
            <a:pPr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23" name="Text 28">
            <a:extLst>
              <a:ext uri="{FF2B5EF4-FFF2-40B4-BE49-F238E27FC236}">
                <a16:creationId xmlns:a16="http://schemas.microsoft.com/office/drawing/2014/main" id="{494AD264-CF41-4188-88B3-100334490174}"/>
              </a:ext>
            </a:extLst>
          </p:cNvPr>
          <p:cNvSpPr/>
          <p:nvPr/>
        </p:nvSpPr>
        <p:spPr>
          <a:xfrm>
            <a:off x="6039395" y="1506736"/>
            <a:ext cx="1419849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外地链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凭证编号</a:t>
            </a:r>
            <a:r>
              <a:rPr lang="en-US" altLang="zh-CN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vids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矩形: 圆角 8">
            <a:extLst>
              <a:ext uri="{FF2B5EF4-FFF2-40B4-BE49-F238E27FC236}">
                <a16:creationId xmlns:a16="http://schemas.microsoft.com/office/drawing/2014/main" id="{3BFE4CB3-DFD4-AB39-EE64-1D01DD6BD262}"/>
              </a:ext>
            </a:extLst>
          </p:cNvPr>
          <p:cNvSpPr/>
          <p:nvPr/>
        </p:nvSpPr>
        <p:spPr>
          <a:xfrm flipH="1">
            <a:off x="7732712" y="815997"/>
            <a:ext cx="1936212" cy="419908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25" name="Text 5">
            <a:extLst>
              <a:ext uri="{FF2B5EF4-FFF2-40B4-BE49-F238E27FC236}">
                <a16:creationId xmlns:a16="http://schemas.microsoft.com/office/drawing/2014/main" id="{977C1A3F-83EC-8F77-7C3B-7C816C22F4E3}"/>
              </a:ext>
            </a:extLst>
          </p:cNvPr>
          <p:cNvSpPr/>
          <p:nvPr/>
        </p:nvSpPr>
        <p:spPr>
          <a:xfrm>
            <a:off x="7804273" y="709738"/>
            <a:ext cx="1791140" cy="628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AES</a:t>
            </a: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加密得到</a:t>
            </a:r>
            <a:r>
              <a:rPr lang="en-US" altLang="zh-CN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CDID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28" name="矩形: 圆角 8">
            <a:extLst>
              <a:ext uri="{FF2B5EF4-FFF2-40B4-BE49-F238E27FC236}">
                <a16:creationId xmlns:a16="http://schemas.microsoft.com/office/drawing/2014/main" id="{F9DB560E-B17B-034A-E5C5-094AF1CD8EDC}"/>
              </a:ext>
            </a:extLst>
          </p:cNvPr>
          <p:cNvSpPr/>
          <p:nvPr/>
        </p:nvSpPr>
        <p:spPr>
          <a:xfrm flipH="1">
            <a:off x="7729646" y="1374905"/>
            <a:ext cx="1936212" cy="570261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29" name="Text 5">
            <a:extLst>
              <a:ext uri="{FF2B5EF4-FFF2-40B4-BE49-F238E27FC236}">
                <a16:creationId xmlns:a16="http://schemas.microsoft.com/office/drawing/2014/main" id="{5B8DDE78-C07B-A3F9-4147-7736BC686ED5}"/>
              </a:ext>
            </a:extLst>
          </p:cNvPr>
          <p:cNvSpPr/>
          <p:nvPr/>
        </p:nvSpPr>
        <p:spPr>
          <a:xfrm>
            <a:off x="7801207" y="1345690"/>
            <a:ext cx="1791140" cy="6286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altLang="zh-CN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PRF</a:t>
            </a: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生成掩码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得到</a:t>
            </a:r>
            <a:r>
              <a:rPr lang="en-US" altLang="zh-CN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FKF(vids||j)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230" name="矩形: 圆角 8">
            <a:extLst>
              <a:ext uri="{FF2B5EF4-FFF2-40B4-BE49-F238E27FC236}">
                <a16:creationId xmlns:a16="http://schemas.microsoft.com/office/drawing/2014/main" id="{38EDF1E3-5ABC-B921-10E4-8F732D8411F5}"/>
              </a:ext>
            </a:extLst>
          </p:cNvPr>
          <p:cNvSpPr/>
          <p:nvPr/>
        </p:nvSpPr>
        <p:spPr>
          <a:xfrm flipH="1">
            <a:off x="10079572" y="962243"/>
            <a:ext cx="1180193" cy="712157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231" name="Text 5">
            <a:extLst>
              <a:ext uri="{FF2B5EF4-FFF2-40B4-BE49-F238E27FC236}">
                <a16:creationId xmlns:a16="http://schemas.microsoft.com/office/drawing/2014/main" id="{26365E49-A5DB-F824-EF8C-9123C0A84A3B}"/>
              </a:ext>
            </a:extLst>
          </p:cNvPr>
          <p:cNvSpPr/>
          <p:nvPr/>
        </p:nvSpPr>
        <p:spPr>
          <a:xfrm>
            <a:off x="10091861" y="1057993"/>
            <a:ext cx="1180195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异或混淆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得到</a:t>
            </a:r>
            <a:r>
              <a:rPr lang="en-US" altLang="zh-CN" sz="1600" b="1" dirty="0" err="1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/>
              </a:rPr>
              <a:t>Ivids,j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BBD32470-910A-8591-CA1D-DB212B689DED}"/>
              </a:ext>
            </a:extLst>
          </p:cNvPr>
          <p:cNvCxnSpPr>
            <a:cxnSpLocks/>
          </p:cNvCxnSpPr>
          <p:nvPr/>
        </p:nvCxnSpPr>
        <p:spPr>
          <a:xfrm>
            <a:off x="7313108" y="1064995"/>
            <a:ext cx="4165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直接箭头连接符 235">
            <a:extLst>
              <a:ext uri="{FF2B5EF4-FFF2-40B4-BE49-F238E27FC236}">
                <a16:creationId xmlns:a16="http://schemas.microsoft.com/office/drawing/2014/main" id="{F2D0D742-D3D1-9340-6CB7-0B4807339AAC}"/>
              </a:ext>
            </a:extLst>
          </p:cNvPr>
          <p:cNvCxnSpPr>
            <a:cxnSpLocks/>
          </p:cNvCxnSpPr>
          <p:nvPr/>
        </p:nvCxnSpPr>
        <p:spPr>
          <a:xfrm>
            <a:off x="7313108" y="1666697"/>
            <a:ext cx="41653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8" name="图片 237" descr="卡通人物&#10;&#10;AI 生成的内容可能不正确。">
            <a:extLst>
              <a:ext uri="{FF2B5EF4-FFF2-40B4-BE49-F238E27FC236}">
                <a16:creationId xmlns:a16="http://schemas.microsoft.com/office/drawing/2014/main" id="{EC7DC907-5E62-9223-7980-3F8FC359C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85" y="1003271"/>
            <a:ext cx="704850" cy="600075"/>
          </a:xfrm>
          <a:prstGeom prst="rect">
            <a:avLst/>
          </a:prstGeom>
        </p:spPr>
      </p:pic>
      <p:pic>
        <p:nvPicPr>
          <p:cNvPr id="240" name="图片 239" descr="图标&#10;&#10;AI 生成的内容可能不正确。">
            <a:extLst>
              <a:ext uri="{FF2B5EF4-FFF2-40B4-BE49-F238E27FC236}">
                <a16:creationId xmlns:a16="http://schemas.microsoft.com/office/drawing/2014/main" id="{9910BF48-F95D-2260-22BB-F5530D497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735" y="896428"/>
            <a:ext cx="478477" cy="478477"/>
          </a:xfrm>
          <a:prstGeom prst="rect">
            <a:avLst/>
          </a:prstGeom>
        </p:spPr>
      </p:pic>
      <p:pic>
        <p:nvPicPr>
          <p:cNvPr id="242" name="图片 241" descr="图标&#10;&#10;AI 生成的内容可能不正确。">
            <a:extLst>
              <a:ext uri="{FF2B5EF4-FFF2-40B4-BE49-F238E27FC236}">
                <a16:creationId xmlns:a16="http://schemas.microsoft.com/office/drawing/2014/main" id="{3970043E-055A-079F-8BDA-D67F82890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8966" y="1604064"/>
            <a:ext cx="402603" cy="35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618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3">
            <a:extLst>
              <a:ext uri="{FF2B5EF4-FFF2-40B4-BE49-F238E27FC236}">
                <a16:creationId xmlns:a16="http://schemas.microsoft.com/office/drawing/2014/main" id="{C3D09E28-377F-A758-D5A9-59C1A2695B2E}"/>
              </a:ext>
            </a:extLst>
          </p:cNvPr>
          <p:cNvSpPr/>
          <p:nvPr/>
        </p:nvSpPr>
        <p:spPr>
          <a:xfrm rot="16200000">
            <a:off x="2185610" y="-1128544"/>
            <a:ext cx="3968075" cy="7217630"/>
          </a:xfrm>
          <a:prstGeom prst="roundRect">
            <a:avLst>
              <a:gd name="adj" fmla="val 4938"/>
            </a:avLst>
          </a:prstGeom>
          <a:solidFill>
            <a:srgbClr val="DAE3F5"/>
          </a:solidFill>
          <a:ln w="15875">
            <a:noFill/>
            <a:prstDash val="solid"/>
          </a:ln>
        </p:spPr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D1AB57BE-C026-4E72-96BF-102C1FD4AF87}"/>
              </a:ext>
            </a:extLst>
          </p:cNvPr>
          <p:cNvSpPr/>
          <p:nvPr/>
        </p:nvSpPr>
        <p:spPr>
          <a:xfrm rot="16200000">
            <a:off x="2363791" y="-980695"/>
            <a:ext cx="3621866" cy="6878835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D0DAE514-2325-82D1-9C8C-04A7FEADE28F}"/>
              </a:ext>
            </a:extLst>
          </p:cNvPr>
          <p:cNvSpPr/>
          <p:nvPr/>
        </p:nvSpPr>
        <p:spPr>
          <a:xfrm rot="16200000">
            <a:off x="2817390" y="1809084"/>
            <a:ext cx="1823625" cy="2871009"/>
          </a:xfrm>
          <a:prstGeom prst="roundRect">
            <a:avLst>
              <a:gd name="adj" fmla="val 4286"/>
            </a:avLst>
          </a:prstGeom>
          <a:gradFill flip="none" rotWithShape="1">
            <a:gsLst>
              <a:gs pos="0">
                <a:srgbClr val="E7EDF9"/>
              </a:gs>
              <a:gs pos="100000">
                <a:srgbClr val="EFF3FB"/>
              </a:gs>
            </a:gsLst>
            <a:lin ang="2700000" scaled="1"/>
            <a:tileRect/>
          </a:gradFill>
          <a:ln w="12700">
            <a:solidFill>
              <a:srgbClr val="2E54A1"/>
            </a:solidFill>
            <a:prstDash val="solid"/>
          </a:ln>
        </p:spPr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E7C834A8-BABC-BD01-03D4-4081F106BB45}"/>
              </a:ext>
            </a:extLst>
          </p:cNvPr>
          <p:cNvSpPr/>
          <p:nvPr/>
        </p:nvSpPr>
        <p:spPr>
          <a:xfrm rot="16200000">
            <a:off x="3017754" y="64078"/>
            <a:ext cx="1432155" cy="2871009"/>
          </a:xfrm>
          <a:prstGeom prst="roundRect">
            <a:avLst>
              <a:gd name="adj" fmla="val 4286"/>
            </a:avLst>
          </a:prstGeom>
          <a:gradFill flip="none" rotWithShape="1">
            <a:gsLst>
              <a:gs pos="0">
                <a:srgbClr val="E7EDF9"/>
              </a:gs>
              <a:gs pos="100000">
                <a:srgbClr val="EFF3FB"/>
              </a:gs>
            </a:gsLst>
            <a:lin ang="2700000" scaled="1"/>
            <a:tileRect/>
          </a:gradFill>
          <a:ln w="12700">
            <a:solidFill>
              <a:srgbClr val="2E54A1"/>
            </a:solidFill>
            <a:prstDash val="solid"/>
          </a:ln>
        </p:spPr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D969B0A-624B-28A3-56B9-3DA174EEE26B}"/>
              </a:ext>
            </a:extLst>
          </p:cNvPr>
          <p:cNvSpPr/>
          <p:nvPr/>
        </p:nvSpPr>
        <p:spPr>
          <a:xfrm>
            <a:off x="805977" y="2428192"/>
            <a:ext cx="1180194" cy="2260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98000"/>
              </a:lnSpc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源数据集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F5DB1BA-ED31-7348-EC6D-BFFD790FE51F}"/>
              </a:ext>
            </a:extLst>
          </p:cNvPr>
          <p:cNvCxnSpPr>
            <a:cxnSpLocks/>
          </p:cNvCxnSpPr>
          <p:nvPr/>
        </p:nvCxnSpPr>
        <p:spPr>
          <a:xfrm flipV="1">
            <a:off x="3473529" y="1053843"/>
            <a:ext cx="643807" cy="328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EFE845D-EB7B-4DDB-EB9E-C40BEB171D4D}"/>
              </a:ext>
            </a:extLst>
          </p:cNvPr>
          <p:cNvCxnSpPr>
            <a:cxnSpLocks/>
          </p:cNvCxnSpPr>
          <p:nvPr/>
        </p:nvCxnSpPr>
        <p:spPr>
          <a:xfrm>
            <a:off x="3473529" y="1212272"/>
            <a:ext cx="643807" cy="3395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矩形: 圆角 8">
            <a:extLst>
              <a:ext uri="{FF2B5EF4-FFF2-40B4-BE49-F238E27FC236}">
                <a16:creationId xmlns:a16="http://schemas.microsoft.com/office/drawing/2014/main" id="{75A19402-B608-28F1-752A-AA8B7BB326E6}"/>
              </a:ext>
            </a:extLst>
          </p:cNvPr>
          <p:cNvSpPr/>
          <p:nvPr/>
        </p:nvSpPr>
        <p:spPr>
          <a:xfrm flipH="1">
            <a:off x="2591479" y="1059010"/>
            <a:ext cx="1180193" cy="423962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B143EAE1-2C44-687F-A49D-E0CF43B92EE0}"/>
              </a:ext>
            </a:extLst>
          </p:cNvPr>
          <p:cNvSpPr/>
          <p:nvPr/>
        </p:nvSpPr>
        <p:spPr>
          <a:xfrm>
            <a:off x="2603769" y="1154759"/>
            <a:ext cx="1180195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统计分析</a:t>
            </a:r>
          </a:p>
          <a:p>
            <a:pPr algn="ctr"/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0127D8B8-F6E0-24BD-0253-CD5F51E7C234}"/>
              </a:ext>
            </a:extLst>
          </p:cNvPr>
          <p:cNvSpPr/>
          <p:nvPr/>
        </p:nvSpPr>
        <p:spPr>
          <a:xfrm>
            <a:off x="4147534" y="969292"/>
            <a:ext cx="1180195" cy="230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账户特征</a:t>
            </a:r>
          </a:p>
          <a:p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6C59A679-43BB-DD89-4613-A15B96E993E2}"/>
              </a:ext>
            </a:extLst>
          </p:cNvPr>
          <p:cNvSpPr/>
          <p:nvPr/>
        </p:nvSpPr>
        <p:spPr>
          <a:xfrm>
            <a:off x="4147534" y="1393076"/>
            <a:ext cx="1180195" cy="2305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时间特征</a:t>
            </a:r>
          </a:p>
          <a:p>
            <a:pPr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2678FB94-A759-D78A-A8A0-27D2075615E5}"/>
              </a:ext>
            </a:extLst>
          </p:cNvPr>
          <p:cNvSpPr/>
          <p:nvPr/>
        </p:nvSpPr>
        <p:spPr>
          <a:xfrm>
            <a:off x="2523133" y="1792011"/>
            <a:ext cx="2406478" cy="2667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lvl="1" algn="ctr">
              <a:lnSpc>
                <a:spcPct val="98000"/>
              </a:lnSpc>
              <a:spcBef>
                <a:spcPct val="20000"/>
              </a:spcBef>
              <a:buClr>
                <a:prstClr val="black"/>
              </a:buClr>
              <a:buSzPct val="70000"/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专家知识所得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统计特征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7896AE29-DFCD-FCA7-2F2D-60A817E8A1F4}"/>
              </a:ext>
            </a:extLst>
          </p:cNvPr>
          <p:cNvSpPr/>
          <p:nvPr/>
        </p:nvSpPr>
        <p:spPr>
          <a:xfrm>
            <a:off x="2580725" y="2434857"/>
            <a:ext cx="2812578" cy="2667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lvl="1">
              <a:spcBef>
                <a:spcPct val="20000"/>
              </a:spcBef>
              <a:buClr>
                <a:prstClr val="black"/>
              </a:buClr>
              <a:buSzPct val="70000"/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网络嵌入所得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时空结构特征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 descr="可视化搜索查询图片">
            <a:extLst>
              <a:ext uri="{FF2B5EF4-FFF2-40B4-BE49-F238E27FC236}">
                <a16:creationId xmlns:a16="http://schemas.microsoft.com/office/drawing/2014/main" id="{EEBC1928-8F50-3D92-5947-AE1091108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233" y="2735665"/>
            <a:ext cx="1195139" cy="667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矩形: 圆角 8">
            <a:extLst>
              <a:ext uri="{FF2B5EF4-FFF2-40B4-BE49-F238E27FC236}">
                <a16:creationId xmlns:a16="http://schemas.microsoft.com/office/drawing/2014/main" id="{072D2BAE-9742-461D-6CB0-B09DC38DFFC6}"/>
              </a:ext>
            </a:extLst>
          </p:cNvPr>
          <p:cNvSpPr/>
          <p:nvPr/>
        </p:nvSpPr>
        <p:spPr>
          <a:xfrm flipH="1">
            <a:off x="3789341" y="2770813"/>
            <a:ext cx="1180193" cy="648831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54" name="Text 5">
            <a:extLst>
              <a:ext uri="{FF2B5EF4-FFF2-40B4-BE49-F238E27FC236}">
                <a16:creationId xmlns:a16="http://schemas.microsoft.com/office/drawing/2014/main" id="{ADFB233C-8EB3-1E19-2592-67FECF537B9B}"/>
              </a:ext>
            </a:extLst>
          </p:cNvPr>
          <p:cNvSpPr/>
          <p:nvPr/>
        </p:nvSpPr>
        <p:spPr>
          <a:xfrm>
            <a:off x="3789340" y="2848193"/>
            <a:ext cx="1180195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时空特征</a:t>
            </a:r>
            <a:endParaRPr lang="en-US" altLang="zh-CN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向量表示</a:t>
            </a:r>
          </a:p>
          <a:p>
            <a:pPr algn="ctr"/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55" name="矩形: 圆角 8">
            <a:extLst>
              <a:ext uri="{FF2B5EF4-FFF2-40B4-BE49-F238E27FC236}">
                <a16:creationId xmlns:a16="http://schemas.microsoft.com/office/drawing/2014/main" id="{C069C71A-31DE-7247-BF68-338B3C15B479}"/>
              </a:ext>
            </a:extLst>
          </p:cNvPr>
          <p:cNvSpPr/>
          <p:nvPr/>
        </p:nvSpPr>
        <p:spPr>
          <a:xfrm flipH="1">
            <a:off x="2580725" y="3544652"/>
            <a:ext cx="1180193" cy="423962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56" name="Text 5">
            <a:extLst>
              <a:ext uri="{FF2B5EF4-FFF2-40B4-BE49-F238E27FC236}">
                <a16:creationId xmlns:a16="http://schemas.microsoft.com/office/drawing/2014/main" id="{D399D4CF-61F0-DC4D-128D-7DCC1EA2E452}"/>
              </a:ext>
            </a:extLst>
          </p:cNvPr>
          <p:cNvSpPr/>
          <p:nvPr/>
        </p:nvSpPr>
        <p:spPr>
          <a:xfrm>
            <a:off x="2593015" y="3640401"/>
            <a:ext cx="1180195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网络嵌入</a:t>
            </a:r>
          </a:p>
          <a:p>
            <a:pPr algn="ctr"/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  <a:p>
            <a:pPr algn="ctr">
              <a:lnSpc>
                <a:spcPct val="98000"/>
              </a:lnSpc>
            </a:pP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sp>
        <p:nvSpPr>
          <p:cNvPr id="60" name="矩形: 圆角 8">
            <a:extLst>
              <a:ext uri="{FF2B5EF4-FFF2-40B4-BE49-F238E27FC236}">
                <a16:creationId xmlns:a16="http://schemas.microsoft.com/office/drawing/2014/main" id="{CF3B72C2-6ADE-DEDE-EA12-24C6366C0817}"/>
              </a:ext>
            </a:extLst>
          </p:cNvPr>
          <p:cNvSpPr/>
          <p:nvPr/>
        </p:nvSpPr>
        <p:spPr>
          <a:xfrm flipH="1">
            <a:off x="5761487" y="1983655"/>
            <a:ext cx="1577949" cy="648831"/>
          </a:xfrm>
          <a:prstGeom prst="roundRect">
            <a:avLst>
              <a:gd name="adj" fmla="val 6238"/>
            </a:avLst>
          </a:prstGeom>
          <a:gradFill flip="none" rotWithShape="1">
            <a:gsLst>
              <a:gs pos="0">
                <a:srgbClr val="EAF2FA"/>
              </a:gs>
              <a:gs pos="100000">
                <a:srgbClr val="ECF3FA"/>
              </a:gs>
            </a:gsLst>
            <a:path path="circle">
              <a:fillToRect l="100000" t="100000"/>
            </a:path>
            <a:tileRect r="-100000" b="-100000"/>
          </a:gradFill>
          <a:ln w="2540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35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F77788AA-E2A9-D511-3248-573E26BD6B73}"/>
              </a:ext>
            </a:extLst>
          </p:cNvPr>
          <p:cNvSpPr/>
          <p:nvPr/>
        </p:nvSpPr>
        <p:spPr>
          <a:xfrm>
            <a:off x="5873255" y="2181329"/>
            <a:ext cx="1353984" cy="6286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defRPr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异构特征向量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/>
            </a:endParaRPr>
          </a:p>
        </p:txBody>
      </p:sp>
      <p:pic>
        <p:nvPicPr>
          <p:cNvPr id="62" name="Picture 2" descr="查看源图像">
            <a:extLst>
              <a:ext uri="{FF2B5EF4-FFF2-40B4-BE49-F238E27FC236}">
                <a16:creationId xmlns:a16="http://schemas.microsoft.com/office/drawing/2014/main" id="{A3071265-0FB5-3B26-10C0-0FFDDED10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277" y="1744354"/>
            <a:ext cx="683838" cy="68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Shape 122">
            <a:extLst>
              <a:ext uri="{FF2B5EF4-FFF2-40B4-BE49-F238E27FC236}">
                <a16:creationId xmlns:a16="http://schemas.microsoft.com/office/drawing/2014/main" id="{33DA7AC4-172E-ED0D-AA62-4D71CC9A671E}"/>
              </a:ext>
            </a:extLst>
          </p:cNvPr>
          <p:cNvSpPr/>
          <p:nvPr/>
        </p:nvSpPr>
        <p:spPr>
          <a:xfrm rot="16200000">
            <a:off x="1914318" y="2206767"/>
            <a:ext cx="255905" cy="186944"/>
          </a:xfrm>
          <a:prstGeom prst="downArrow">
            <a:avLst/>
          </a:prstGeom>
          <a:solidFill>
            <a:srgbClr val="2E54A1"/>
          </a:solidFill>
        </p:spPr>
      </p:sp>
      <p:sp>
        <p:nvSpPr>
          <p:cNvPr id="64" name="Shape 122">
            <a:extLst>
              <a:ext uri="{FF2B5EF4-FFF2-40B4-BE49-F238E27FC236}">
                <a16:creationId xmlns:a16="http://schemas.microsoft.com/office/drawing/2014/main" id="{5B8ACA3D-FBC6-2DE7-D6ED-847037DC6FB9}"/>
              </a:ext>
            </a:extLst>
          </p:cNvPr>
          <p:cNvSpPr/>
          <p:nvPr/>
        </p:nvSpPr>
        <p:spPr>
          <a:xfrm rot="16200000">
            <a:off x="5403913" y="2206768"/>
            <a:ext cx="255905" cy="186944"/>
          </a:xfrm>
          <a:prstGeom prst="downArrow">
            <a:avLst/>
          </a:prstGeom>
          <a:solidFill>
            <a:srgbClr val="2E54A1"/>
          </a:solidFill>
        </p:spPr>
      </p:sp>
    </p:spTree>
    <p:extLst>
      <p:ext uri="{BB962C8B-B14F-4D97-AF65-F5344CB8AC3E}">
        <p14:creationId xmlns:p14="http://schemas.microsoft.com/office/powerpoint/2010/main" val="3086577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244</Words>
  <Application>Microsoft Office PowerPoint</Application>
  <PresentationFormat>宽屏</PresentationFormat>
  <Paragraphs>51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微软雅黑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UI-BAI</cp:lastModifiedBy>
  <cp:revision>24</cp:revision>
  <dcterms:created xsi:type="dcterms:W3CDTF">2026-06-15T09:04:00Z</dcterms:created>
  <dcterms:modified xsi:type="dcterms:W3CDTF">2026-06-24T03:42:11Z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952B3A9FE77248C1BE7430D399E75C04_13</vt:lpwstr>
  </property>
  <property fmtid="{D5CDD505-2E9C-101B-9397-08002B2CF9AE}" pid="3" name="KSOProductBuildVer">
    <vt:lpwstr>2052-12.1.0.26895</vt:lpwstr>
  </property>
</Properties>
</file>