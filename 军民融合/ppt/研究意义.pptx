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30630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海量频谱数据流难管理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6407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端侧智能大模型难部署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海杂波干扰下微弱电磁频谱信号传播规律与微弱信号提取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面向海域自主侦测任务的边缘频谱智能处理方法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有限算力端侧频谱数据的轻量存储管理方法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0020" y="6665595"/>
            <a:ext cx="2110740" cy="14376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  <p:pic>
        <p:nvPicPr>
          <p:cNvPr id="6" name="图片 5" descr="ChatGPT Image 2026年6月22日 15_11_5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650" y="6618605"/>
            <a:ext cx="2226945" cy="1484630"/>
          </a:xfrm>
          <a:prstGeom prst="rect">
            <a:avLst/>
          </a:prstGeom>
        </p:spPr>
      </p:pic>
      <p:pic>
        <p:nvPicPr>
          <p:cNvPr id="7" name="图片 6" descr="ChatGPT Image 2026年6月22日 15_12_3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2010" y="6665595"/>
            <a:ext cx="2440305" cy="1357630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</Words>
  <Application>WPS 演示</Application>
  <PresentationFormat>宽屏</PresentationFormat>
  <Paragraphs>56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162</cp:revision>
  <dcterms:created xsi:type="dcterms:W3CDTF">2019-06-19T02:08:00Z</dcterms:created>
  <dcterms:modified xsi:type="dcterms:W3CDTF">2026-06-22T07:12:55Z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750CA5218C2346268E9104DD27FDA709_11</vt:lpwstr>
  </property>
</Properties>
</file>