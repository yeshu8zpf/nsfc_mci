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DEEBF7"/>
    <a:srgbClr val="CFDA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DB9AA-118E-4B72-A2FA-789A5CD0C03A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5962F-3058-49E3-8BBC-2FE33025A3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16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高效可学习索引模块需要精细</a:t>
            </a:r>
            <a:r>
              <a:rPr lang="zh-CN" altLang="en-US"/>
              <a:t>化，整体风格</a:t>
            </a:r>
            <a:r>
              <a:rPr lang="zh-CN" altLang="en-US" dirty="0"/>
              <a:t>需和其他</a:t>
            </a:r>
            <a:r>
              <a:rPr lang="en-US" altLang="zh-CN" dirty="0"/>
              <a:t>ppt</a:t>
            </a:r>
            <a:r>
              <a:rPr lang="zh-CN" altLang="en-US" dirty="0"/>
              <a:t>统一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63456-C582-79EB-59C7-B3792C61C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8C7F5A-0312-AF50-DB91-C134E4E6F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06893-7CD5-E662-4180-901DE3D0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AD5E02-0366-21F5-8C08-A8DF7D67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B8C44-BE80-351E-0A3B-B616770C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030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13C11-8584-5BDF-BACE-D98298E1A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83CA7A-F3A0-D676-51BE-16D394C3F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E0E8C9-C04B-3BD1-185C-9B00E56D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A3D755-BC9A-6A4B-AF39-672C3DE3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BF75-30BE-CA36-2F61-4F97564D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80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2E615-65CB-1597-2DE8-D8632320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FD414E-D88B-A131-9490-99F97BB12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A12B6D-D9C1-6EF2-CDEC-3FDD067C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1F34E3-2DCB-AEFE-E7AA-EC0CD62E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7ADFD9-2B7C-BD19-AE24-EC4D72E5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93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99FB3-D913-295C-2BD6-AF18C2AC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1A080-F533-0186-DD7E-EEF3B0528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941981-9180-D5DC-634D-125CA64D9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956286-3442-0366-7A53-D33FCC2D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3DE182-395F-C8E6-314D-1391B67D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E05BE2-6BB6-DF67-D154-82440EE46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59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A56A0-2CFE-5BBE-48AF-5B6A6D71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969FA7-43D7-CF02-C4E2-0D363CA41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25768E-EF54-6C8C-D9A8-DD21E7630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4D52F3-5D7B-B908-B95C-2F2E0BE53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92B6B8-EB09-2300-BE16-0C4D02E92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EA62B4-D38A-3D12-CE1E-335B6A91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168685-8E22-944A-609D-D0BB85EA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859C9D-9472-2C81-8814-46B4A877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40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551B5-E938-59C3-BC4F-3EB985AF0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62DF09-DC33-9B01-5553-3B91CC15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615C2-69B9-039F-6E24-53ED2D9E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5E9B6C-AEE1-6DAF-6712-62861F22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059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C19FDC-AB4F-6873-B2AC-414B4DB7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CA69B9-B335-4E29-4D31-967B30E69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0434A3-9075-CD73-1E45-AA4D8EBD9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54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8A42D-5CED-B3FD-FCA4-6685981B1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4CE6CA-C6B5-79D8-9186-3753385CA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30F9A9-BD92-1A5F-ECCC-9EB6118B2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949592-F27B-32F6-5F68-1604EE1B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874A7A-E0A2-F602-EA7E-F838C93C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2B9435-F75A-D7DC-7E3E-4F1C1B8B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68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4AAA5-C714-86DC-E5AD-90529B3EF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53AE4A-49ED-F032-C493-D261D00AF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1D5EC3-79B9-D392-ABA5-DF8D2BAA8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7B11D4-FC13-A09B-D4F6-5A2544B8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2250D-AC36-6F03-BFE4-C3852651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EC8A01-9A54-C8D1-A2D9-1838B142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699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D5AF8-A66F-0BD1-89A8-4D982DD9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D26D58-DE27-3E23-BA56-E3DEF04FE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45FD62-E4CF-A137-35D2-1D57964A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091FC-00EF-5268-7758-777FA4B5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83785-3B8E-F8D7-B41D-63E0E28D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14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2E5C97-DCB7-7F1A-428C-C4F081518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360747-D74A-F7DE-1D45-B862F7DF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747659-0DF6-7F4C-9743-847B8074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840166-08D9-8D3C-A5A6-7392944C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F2303D-FCE7-968E-D050-FAABEB30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6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E2687B-5482-E28A-0B54-F9FA13CC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CBD062-1AF7-AA4A-8263-F360DF42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42A039-FCA5-292D-8EED-367FE824E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0FC04-A88A-4BD5-84A0-C23ADC67066C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CD49F-7238-A865-280D-4C3218763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8F3CF-06DC-9244-9B09-9C99486B0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5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2F9D5E1F-2574-7A2D-E53D-AFA1385A4495}"/>
              </a:ext>
            </a:extLst>
          </p:cNvPr>
          <p:cNvSpPr>
            <a:spLocks/>
          </p:cNvSpPr>
          <p:nvPr/>
        </p:nvSpPr>
        <p:spPr>
          <a:xfrm>
            <a:off x="563829" y="714860"/>
            <a:ext cx="1144810" cy="5676570"/>
          </a:xfrm>
          <a:prstGeom prst="roundRect">
            <a:avLst>
              <a:gd name="adj" fmla="val 5871"/>
            </a:avLst>
          </a:prstGeom>
          <a:solidFill>
            <a:srgbClr val="DEEBF7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3B7684C9-7FB0-0C62-25FA-D4FE62E57115}"/>
              </a:ext>
            </a:extLst>
          </p:cNvPr>
          <p:cNvSpPr>
            <a:spLocks/>
          </p:cNvSpPr>
          <p:nvPr/>
        </p:nvSpPr>
        <p:spPr>
          <a:xfrm>
            <a:off x="2095915" y="2505368"/>
            <a:ext cx="2942638" cy="3819002"/>
          </a:xfrm>
          <a:prstGeom prst="roundRect">
            <a:avLst>
              <a:gd name="adj" fmla="val 5871"/>
            </a:avLst>
          </a:prstGeom>
          <a:solidFill>
            <a:srgbClr val="DEEBF7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916F3E7A-14DB-3E4F-EFAF-7FDA41EB67DF}"/>
              </a:ext>
            </a:extLst>
          </p:cNvPr>
          <p:cNvSpPr>
            <a:spLocks/>
          </p:cNvSpPr>
          <p:nvPr/>
        </p:nvSpPr>
        <p:spPr>
          <a:xfrm>
            <a:off x="5505605" y="867909"/>
            <a:ext cx="6252009" cy="3080482"/>
          </a:xfrm>
          <a:prstGeom prst="roundRect">
            <a:avLst>
              <a:gd name="adj" fmla="val 5871"/>
            </a:avLst>
          </a:prstGeom>
          <a:solidFill>
            <a:srgbClr val="DEEBF7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E9D513A1-CD9C-4C1A-4CD8-54AC93C561DE}"/>
              </a:ext>
            </a:extLst>
          </p:cNvPr>
          <p:cNvSpPr/>
          <p:nvPr/>
        </p:nvSpPr>
        <p:spPr>
          <a:xfrm>
            <a:off x="5541165" y="4214987"/>
            <a:ext cx="6216449" cy="2109383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257555" y="398634"/>
            <a:ext cx="11676890" cy="6232974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 dirty="0"/>
          </a:p>
        </p:txBody>
      </p:sp>
      <p:sp>
        <p:nvSpPr>
          <p:cNvPr id="4" name="矩形: 圆角 3"/>
          <p:cNvSpPr/>
          <p:nvPr/>
        </p:nvSpPr>
        <p:spPr>
          <a:xfrm>
            <a:off x="3038704" y="204502"/>
            <a:ext cx="6104513" cy="433197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zh-CN" altLang="en-US" sz="2000" b="1" spc="3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向量库协同的频谱数据可信管理方法</a:t>
            </a:r>
            <a:endParaRPr lang="zh-CN" altLang="en-US" sz="2000" b="1" spc="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2E5C1C8-DA60-8B8F-7508-DA0FFF738C25}"/>
              </a:ext>
            </a:extLst>
          </p:cNvPr>
          <p:cNvGrpSpPr/>
          <p:nvPr/>
        </p:nvGrpSpPr>
        <p:grpSpPr>
          <a:xfrm>
            <a:off x="-772050" y="2439700"/>
            <a:ext cx="3808676" cy="2405838"/>
            <a:chOff x="269668" y="2403364"/>
            <a:chExt cx="3808676" cy="2405838"/>
          </a:xfrm>
        </p:grpSpPr>
        <p:pic>
          <p:nvPicPr>
            <p:cNvPr id="16" name="图片 15" descr="游戏机里面的人物&#10;&#10;中度可信度描述已自动生成">
              <a:extLst>
                <a:ext uri="{FF2B5EF4-FFF2-40B4-BE49-F238E27FC236}">
                  <a16:creationId xmlns:a16="http://schemas.microsoft.com/office/drawing/2014/main" id="{BD342551-752E-F0CF-0C32-F89168C77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22" b="4845"/>
            <a:stretch/>
          </p:blipFill>
          <p:spPr>
            <a:xfrm>
              <a:off x="269668" y="2403364"/>
              <a:ext cx="3808676" cy="720000"/>
            </a:xfrm>
            <a:prstGeom prst="rect">
              <a:avLst/>
            </a:prstGeom>
            <a:scene3d>
              <a:camera prst="orthographicFront">
                <a:rot lat="0" lon="0" rev="16200000"/>
              </a:camera>
              <a:lightRig rig="threePt" dir="t"/>
            </a:scene3d>
          </p:spPr>
        </p:pic>
        <p:pic>
          <p:nvPicPr>
            <p:cNvPr id="17" name="图片 16" descr="游戏机里面的人物&#10;&#10;中度可信度描述已自动生成">
              <a:extLst>
                <a:ext uri="{FF2B5EF4-FFF2-40B4-BE49-F238E27FC236}">
                  <a16:creationId xmlns:a16="http://schemas.microsoft.com/office/drawing/2014/main" id="{BE5D9F77-96F2-E6A0-A3E1-F29FCC7C1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" t="1722" b="4845"/>
            <a:stretch/>
          </p:blipFill>
          <p:spPr>
            <a:xfrm>
              <a:off x="348167" y="4089202"/>
              <a:ext cx="3646026" cy="720000"/>
            </a:xfrm>
            <a:prstGeom prst="rect">
              <a:avLst/>
            </a:prstGeom>
            <a:scene3d>
              <a:camera prst="orthographicFront">
                <a:rot lat="0" lon="0" rev="16200000"/>
              </a:camera>
              <a:lightRig rig="threePt" dir="t"/>
            </a:scene3d>
          </p:spPr>
        </p:pic>
      </p:grpSp>
      <p:pic>
        <p:nvPicPr>
          <p:cNvPr id="55" name="图形 54">
            <a:extLst>
              <a:ext uri="{FF2B5EF4-FFF2-40B4-BE49-F238E27FC236}">
                <a16:creationId xmlns:a16="http://schemas.microsoft.com/office/drawing/2014/main" id="{4554D2FD-C9E4-624F-B264-1B95F1946E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621679" y="3002933"/>
            <a:ext cx="2020824" cy="3266027"/>
          </a:xfrm>
          <a:prstGeom prst="rect">
            <a:avLst/>
          </a:prstGeom>
        </p:spPr>
      </p:pic>
      <p:sp>
        <p:nvSpPr>
          <p:cNvPr id="9" name="箭头: 燕尾形 1071">
            <a:extLst>
              <a:ext uri="{FF2B5EF4-FFF2-40B4-BE49-F238E27FC236}">
                <a16:creationId xmlns:a16="http://schemas.microsoft.com/office/drawing/2014/main" id="{47BF9601-4B32-637A-2968-47B3F736314C}"/>
              </a:ext>
            </a:extLst>
          </p:cNvPr>
          <p:cNvSpPr/>
          <p:nvPr/>
        </p:nvSpPr>
        <p:spPr>
          <a:xfrm rot="3611159">
            <a:off x="4669770" y="4068578"/>
            <a:ext cx="489756" cy="356005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2E54A1"/>
              </a:gs>
              <a:gs pos="100000">
                <a:srgbClr val="2E54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/>
          </a:p>
        </p:txBody>
      </p:sp>
      <p:sp>
        <p:nvSpPr>
          <p:cNvPr id="11" name="矩形: 圆角 1197">
            <a:extLst>
              <a:ext uri="{FF2B5EF4-FFF2-40B4-BE49-F238E27FC236}">
                <a16:creationId xmlns:a16="http://schemas.microsoft.com/office/drawing/2014/main" id="{BF1AE60D-1B21-41AB-BE71-D70118382A16}"/>
              </a:ext>
            </a:extLst>
          </p:cNvPr>
          <p:cNvSpPr/>
          <p:nvPr/>
        </p:nvSpPr>
        <p:spPr>
          <a:xfrm>
            <a:off x="5486259" y="4123306"/>
            <a:ext cx="2061597" cy="443803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 defTabSz="829544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高效可学习索引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328A767-94FD-0CC5-BEF1-BDC9E4D282A8}"/>
              </a:ext>
            </a:extLst>
          </p:cNvPr>
          <p:cNvGrpSpPr/>
          <p:nvPr/>
        </p:nvGrpSpPr>
        <p:grpSpPr>
          <a:xfrm rot="16200000">
            <a:off x="7880252" y="2681722"/>
            <a:ext cx="1978143" cy="5307153"/>
            <a:chOff x="4404547" y="365111"/>
            <a:chExt cx="2121689" cy="5307153"/>
          </a:xfrm>
        </p:grpSpPr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6343D771-2017-6E32-A453-BA8CE1062658}"/>
                </a:ext>
              </a:extLst>
            </p:cNvPr>
            <p:cNvSpPr/>
            <p:nvPr/>
          </p:nvSpPr>
          <p:spPr>
            <a:xfrm rot="5400000">
              <a:off x="5014557" y="3479529"/>
              <a:ext cx="2560320" cy="409252"/>
            </a:xfrm>
            <a:prstGeom prst="rect">
              <a:avLst/>
            </a:prstGeom>
            <a:solidFill>
              <a:srgbClr val="2E54A1"/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Connector 27">
              <a:extLst>
                <a:ext uri="{FF2B5EF4-FFF2-40B4-BE49-F238E27FC236}">
                  <a16:creationId xmlns:a16="http://schemas.microsoft.com/office/drawing/2014/main" id="{E9C25B4C-9003-925D-3F26-018435F5160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560228" y="2459033"/>
              <a:ext cx="776357" cy="288514"/>
            </a:xfrm>
            <a:prstGeom prst="line">
              <a:avLst/>
            </a:prstGeom>
            <a:ln w="1524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28">
              <a:extLst>
                <a:ext uri="{FF2B5EF4-FFF2-40B4-BE49-F238E27FC236}">
                  <a16:creationId xmlns:a16="http://schemas.microsoft.com/office/drawing/2014/main" id="{58C69687-4113-AA0D-8559-83D92161572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940370" y="3531859"/>
              <a:ext cx="0" cy="304587"/>
            </a:xfrm>
            <a:prstGeom prst="line">
              <a:avLst/>
            </a:prstGeom>
            <a:ln w="1524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9">
              <a:extLst>
                <a:ext uri="{FF2B5EF4-FFF2-40B4-BE49-F238E27FC236}">
                  <a16:creationId xmlns:a16="http://schemas.microsoft.com/office/drawing/2014/main" id="{C33F6696-041A-B84C-A8E6-6D93CE90CA2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90553" y="4427789"/>
              <a:ext cx="899635" cy="304586"/>
            </a:xfrm>
            <a:prstGeom prst="line">
              <a:avLst/>
            </a:prstGeom>
            <a:ln w="1524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30">
              <a:extLst>
                <a:ext uri="{FF2B5EF4-FFF2-40B4-BE49-F238E27FC236}">
                  <a16:creationId xmlns:a16="http://schemas.microsoft.com/office/drawing/2014/main" id="{F8F21AA1-C5B5-AD16-9F70-D4CC62BA8733}"/>
                </a:ext>
              </a:extLst>
            </p:cNvPr>
            <p:cNvSpPr/>
            <p:nvPr/>
          </p:nvSpPr>
          <p:spPr>
            <a:xfrm rot="5400000">
              <a:off x="5084274" y="2095980"/>
              <a:ext cx="1061757" cy="304586"/>
            </a:xfrm>
            <a:prstGeom prst="rect">
              <a:avLst/>
            </a:prstGeom>
            <a:solidFill>
              <a:srgbClr val="2E54A1"/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M1</a:t>
              </a:r>
            </a:p>
          </p:txBody>
        </p:sp>
        <p:sp>
          <p:nvSpPr>
            <p:cNvPr id="27" name="Rectangle 31">
              <a:extLst>
                <a:ext uri="{FF2B5EF4-FFF2-40B4-BE49-F238E27FC236}">
                  <a16:creationId xmlns:a16="http://schemas.microsoft.com/office/drawing/2014/main" id="{99AA4F34-09E4-BA83-7659-5D1762E2C0AD}"/>
                </a:ext>
              </a:extLst>
            </p:cNvPr>
            <p:cNvSpPr/>
            <p:nvPr/>
          </p:nvSpPr>
          <p:spPr>
            <a:xfrm rot="5400000">
              <a:off x="5104823" y="3539481"/>
              <a:ext cx="1020662" cy="304586"/>
            </a:xfrm>
            <a:prstGeom prst="rect">
              <a:avLst/>
            </a:prstGeom>
            <a:solidFill>
              <a:srgbClr val="2E54A1"/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M2</a:t>
              </a:r>
            </a:p>
          </p:txBody>
        </p:sp>
        <p:sp>
          <p:nvSpPr>
            <p:cNvPr id="28" name="Rectangle 32">
              <a:extLst>
                <a:ext uri="{FF2B5EF4-FFF2-40B4-BE49-F238E27FC236}">
                  <a16:creationId xmlns:a16="http://schemas.microsoft.com/office/drawing/2014/main" id="{5748C578-5389-4BE2-4405-4A598963921A}"/>
                </a:ext>
              </a:extLst>
            </p:cNvPr>
            <p:cNvSpPr/>
            <p:nvPr/>
          </p:nvSpPr>
          <p:spPr>
            <a:xfrm rot="5400000">
              <a:off x="5119262" y="4872251"/>
              <a:ext cx="991789" cy="304586"/>
            </a:xfrm>
            <a:prstGeom prst="rect">
              <a:avLst/>
            </a:prstGeom>
            <a:solidFill>
              <a:srgbClr val="2E54A1"/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M3</a:t>
              </a:r>
            </a:p>
          </p:txBody>
        </p:sp>
        <p:sp>
          <p:nvSpPr>
            <p:cNvPr id="29" name="Rectangle 42">
              <a:extLst>
                <a:ext uri="{FF2B5EF4-FFF2-40B4-BE49-F238E27FC236}">
                  <a16:creationId xmlns:a16="http://schemas.microsoft.com/office/drawing/2014/main" id="{E7FECD8D-0A2B-30E7-C713-6EDAF3E86DA3}"/>
                </a:ext>
              </a:extLst>
            </p:cNvPr>
            <p:cNvSpPr/>
            <p:nvPr/>
          </p:nvSpPr>
          <p:spPr>
            <a:xfrm rot="5400000">
              <a:off x="4623775" y="425613"/>
              <a:ext cx="490335" cy="369332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</a:p>
          </p:txBody>
        </p:sp>
        <p:sp>
          <p:nvSpPr>
            <p:cNvPr id="30" name="Rectangle 43">
              <a:extLst>
                <a:ext uri="{FF2B5EF4-FFF2-40B4-BE49-F238E27FC236}">
                  <a16:creationId xmlns:a16="http://schemas.microsoft.com/office/drawing/2014/main" id="{D3651E16-7169-308B-D8E2-A8C225B042A6}"/>
                </a:ext>
              </a:extLst>
            </p:cNvPr>
            <p:cNvSpPr/>
            <p:nvPr/>
          </p:nvSpPr>
          <p:spPr>
            <a:xfrm rot="5400000">
              <a:off x="4623776" y="957155"/>
              <a:ext cx="490335" cy="369332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d6</a:t>
              </a:r>
            </a:p>
          </p:txBody>
        </p:sp>
        <p:sp>
          <p:nvSpPr>
            <p:cNvPr id="31" name="Rectangle 44">
              <a:extLst>
                <a:ext uri="{FF2B5EF4-FFF2-40B4-BE49-F238E27FC236}">
                  <a16:creationId xmlns:a16="http://schemas.microsoft.com/office/drawing/2014/main" id="{F35C2F1B-F578-F957-C8F6-61C49B5975CA}"/>
                </a:ext>
              </a:extLst>
            </p:cNvPr>
            <p:cNvSpPr/>
            <p:nvPr/>
          </p:nvSpPr>
          <p:spPr>
            <a:xfrm rot="5400000">
              <a:off x="4623776" y="1493800"/>
              <a:ext cx="490335" cy="369332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d7</a:t>
              </a:r>
            </a:p>
          </p:txBody>
        </p:sp>
        <p:sp>
          <p:nvSpPr>
            <p:cNvPr id="32" name="Rectangle 45">
              <a:extLst>
                <a:ext uri="{FF2B5EF4-FFF2-40B4-BE49-F238E27FC236}">
                  <a16:creationId xmlns:a16="http://schemas.microsoft.com/office/drawing/2014/main" id="{20DCF1F0-818A-C036-BE36-08ADDEAB554A}"/>
                </a:ext>
              </a:extLst>
            </p:cNvPr>
            <p:cNvSpPr/>
            <p:nvPr/>
          </p:nvSpPr>
          <p:spPr>
            <a:xfrm rot="5400000">
              <a:off x="4623776" y="2030445"/>
              <a:ext cx="490335" cy="369332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d8</a:t>
              </a:r>
            </a:p>
          </p:txBody>
        </p:sp>
        <p:sp>
          <p:nvSpPr>
            <p:cNvPr id="33" name="Rectangle 46">
              <a:extLst>
                <a:ext uri="{FF2B5EF4-FFF2-40B4-BE49-F238E27FC236}">
                  <a16:creationId xmlns:a16="http://schemas.microsoft.com/office/drawing/2014/main" id="{6A744F07-7802-0681-7073-5F3105815D50}"/>
                </a:ext>
              </a:extLst>
            </p:cNvPr>
            <p:cNvSpPr/>
            <p:nvPr/>
          </p:nvSpPr>
          <p:spPr>
            <a:xfrm rot="5400000">
              <a:off x="4623778" y="2561634"/>
              <a:ext cx="490335" cy="369332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d9</a:t>
              </a:r>
            </a:p>
          </p:txBody>
        </p:sp>
        <p:sp>
          <p:nvSpPr>
            <p:cNvPr id="34" name="Rectangle 47">
              <a:extLst>
                <a:ext uri="{FF2B5EF4-FFF2-40B4-BE49-F238E27FC236}">
                  <a16:creationId xmlns:a16="http://schemas.microsoft.com/office/drawing/2014/main" id="{56EC91C4-C9A6-1264-6C06-FB8F23BD57C2}"/>
                </a:ext>
              </a:extLst>
            </p:cNvPr>
            <p:cNvSpPr/>
            <p:nvPr/>
          </p:nvSpPr>
          <p:spPr>
            <a:xfrm rot="5400000">
              <a:off x="4623778" y="3097750"/>
              <a:ext cx="490335" cy="369332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d10</a:t>
              </a:r>
            </a:p>
          </p:txBody>
        </p:sp>
        <p:sp>
          <p:nvSpPr>
            <p:cNvPr id="35" name="Rectangle 48">
              <a:extLst>
                <a:ext uri="{FF2B5EF4-FFF2-40B4-BE49-F238E27FC236}">
                  <a16:creationId xmlns:a16="http://schemas.microsoft.com/office/drawing/2014/main" id="{00DEBCF9-9D3B-AE34-FE59-EE2F7DB606C2}"/>
                </a:ext>
              </a:extLst>
            </p:cNvPr>
            <p:cNvSpPr/>
            <p:nvPr/>
          </p:nvSpPr>
          <p:spPr>
            <a:xfrm rot="5400000">
              <a:off x="4623778" y="3634902"/>
              <a:ext cx="490335" cy="369332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d11</a:t>
              </a:r>
            </a:p>
          </p:txBody>
        </p:sp>
        <p:sp>
          <p:nvSpPr>
            <p:cNvPr id="36" name="Rectangle 49">
              <a:extLst>
                <a:ext uri="{FF2B5EF4-FFF2-40B4-BE49-F238E27FC236}">
                  <a16:creationId xmlns:a16="http://schemas.microsoft.com/office/drawing/2014/main" id="{A87ED57A-EA6B-3E87-6353-B30310E88DD3}"/>
                </a:ext>
              </a:extLst>
            </p:cNvPr>
            <p:cNvSpPr/>
            <p:nvPr/>
          </p:nvSpPr>
          <p:spPr>
            <a:xfrm rot="5400000">
              <a:off x="4623778" y="4171018"/>
              <a:ext cx="490335" cy="369332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d12</a:t>
              </a:r>
            </a:p>
          </p:txBody>
        </p:sp>
        <p:sp>
          <p:nvSpPr>
            <p:cNvPr id="37" name="Rectangle 50">
              <a:extLst>
                <a:ext uri="{FF2B5EF4-FFF2-40B4-BE49-F238E27FC236}">
                  <a16:creationId xmlns:a16="http://schemas.microsoft.com/office/drawing/2014/main" id="{0C29B695-C92E-CE4C-CBDA-A129ECBA236E}"/>
                </a:ext>
              </a:extLst>
            </p:cNvPr>
            <p:cNvSpPr/>
            <p:nvPr/>
          </p:nvSpPr>
          <p:spPr>
            <a:xfrm rot="5400000">
              <a:off x="4623778" y="4707834"/>
              <a:ext cx="490335" cy="369332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d13</a:t>
              </a:r>
            </a:p>
          </p:txBody>
        </p:sp>
        <p:sp>
          <p:nvSpPr>
            <p:cNvPr id="38" name="Rectangle 51">
              <a:extLst>
                <a:ext uri="{FF2B5EF4-FFF2-40B4-BE49-F238E27FC236}">
                  <a16:creationId xmlns:a16="http://schemas.microsoft.com/office/drawing/2014/main" id="{E871544A-EEA0-9752-C7CB-EA2359600D0E}"/>
                </a:ext>
              </a:extLst>
            </p:cNvPr>
            <p:cNvSpPr/>
            <p:nvPr/>
          </p:nvSpPr>
          <p:spPr>
            <a:xfrm rot="5400000">
              <a:off x="4623778" y="5242431"/>
              <a:ext cx="490335" cy="369332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d14</a:t>
              </a:r>
            </a:p>
          </p:txBody>
        </p:sp>
        <p:cxnSp>
          <p:nvCxnSpPr>
            <p:cNvPr id="39" name="连接符: 肘形 38">
              <a:extLst>
                <a:ext uri="{FF2B5EF4-FFF2-40B4-BE49-F238E27FC236}">
                  <a16:creationId xmlns:a16="http://schemas.microsoft.com/office/drawing/2014/main" id="{B575FE40-07C6-1011-CF38-816C2876D537}"/>
                </a:ext>
              </a:extLst>
            </p:cNvPr>
            <p:cNvCxnSpPr>
              <a:cxnSpLocks/>
              <a:stCxn id="22" idx="2"/>
              <a:endCxn id="33" idx="0"/>
            </p:cNvCxnSpPr>
            <p:nvPr/>
          </p:nvCxnSpPr>
          <p:spPr>
            <a:xfrm flipH="1">
              <a:off x="5053613" y="2248274"/>
              <a:ext cx="409247" cy="498027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AFE65925-0FE4-5F15-6E1A-AEA89A34C422}"/>
                </a:ext>
              </a:extLst>
            </p:cNvPr>
            <p:cNvCxnSpPr>
              <a:cxnSpLocks/>
              <a:stCxn id="28" idx="2"/>
              <a:endCxn id="35" idx="0"/>
            </p:cNvCxnSpPr>
            <p:nvPr/>
          </p:nvCxnSpPr>
          <p:spPr>
            <a:xfrm rot="10800000">
              <a:off x="5053612" y="3819569"/>
              <a:ext cx="409252" cy="120497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56">
              <a:extLst>
                <a:ext uri="{FF2B5EF4-FFF2-40B4-BE49-F238E27FC236}">
                  <a16:creationId xmlns:a16="http://schemas.microsoft.com/office/drawing/2014/main" id="{179B561E-217C-5CD2-CCAE-17E95B4FDB1F}"/>
                </a:ext>
              </a:extLst>
            </p:cNvPr>
            <p:cNvSpPr txBox="1"/>
            <p:nvPr/>
          </p:nvSpPr>
          <p:spPr>
            <a:xfrm rot="5400000">
              <a:off x="3904250" y="2788251"/>
              <a:ext cx="130837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400" b="1" dirty="0">
                  <a:solidFill>
                    <a:srgbClr val="E651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← pos ± ε →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0862F4B-BE3F-9239-55EE-46E6C04F6F47}"/>
                </a:ext>
              </a:extLst>
            </p:cNvPr>
            <p:cNvSpPr txBox="1"/>
            <p:nvPr/>
          </p:nvSpPr>
          <p:spPr>
            <a:xfrm>
              <a:off x="6126126" y="3106999"/>
              <a:ext cx="400110" cy="116955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索引学习模型</a:t>
              </a:r>
            </a:p>
          </p:txBody>
        </p:sp>
      </p:grpSp>
      <p:pic>
        <p:nvPicPr>
          <p:cNvPr id="96" name="图片 95" descr="手机屏幕的截图&#10;&#10;中度可信度描述已自动生成">
            <a:extLst>
              <a:ext uri="{FF2B5EF4-FFF2-40B4-BE49-F238E27FC236}">
                <a16:creationId xmlns:a16="http://schemas.microsoft.com/office/drawing/2014/main" id="{09FF25AA-62C8-934B-BE46-79282E5DF7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727" y="2755514"/>
            <a:ext cx="3084634" cy="982408"/>
          </a:xfrm>
          <a:prstGeom prst="rect">
            <a:avLst/>
          </a:prstGeom>
        </p:spPr>
      </p:pic>
      <p:sp>
        <p:nvSpPr>
          <p:cNvPr id="97" name="文本框 96">
            <a:extLst>
              <a:ext uri="{FF2B5EF4-FFF2-40B4-BE49-F238E27FC236}">
                <a16:creationId xmlns:a16="http://schemas.microsoft.com/office/drawing/2014/main" id="{C5BCC4AA-4025-E690-AFAB-7D399109D5A8}"/>
              </a:ext>
            </a:extLst>
          </p:cNvPr>
          <p:cNvSpPr txBox="1"/>
          <p:nvPr/>
        </p:nvSpPr>
        <p:spPr>
          <a:xfrm rot="16200000">
            <a:off x="7244866" y="2425966"/>
            <a:ext cx="369332" cy="46903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F1DE6964-D0BE-B334-3FC4-F06AA6A6A4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9800649" y="1919346"/>
            <a:ext cx="864277" cy="2802857"/>
          </a:xfrm>
          <a:prstGeom prst="rect">
            <a:avLst/>
          </a:prstGeom>
        </p:spPr>
      </p:pic>
      <p:sp>
        <p:nvSpPr>
          <p:cNvPr id="111" name="文本框 110">
            <a:extLst>
              <a:ext uri="{FF2B5EF4-FFF2-40B4-BE49-F238E27FC236}">
                <a16:creationId xmlns:a16="http://schemas.microsoft.com/office/drawing/2014/main" id="{F5274D46-3537-C16C-29BE-BF99E36AA6C8}"/>
              </a:ext>
            </a:extLst>
          </p:cNvPr>
          <p:cNvSpPr txBox="1"/>
          <p:nvPr/>
        </p:nvSpPr>
        <p:spPr>
          <a:xfrm rot="16200000">
            <a:off x="10094980" y="2390790"/>
            <a:ext cx="369332" cy="5539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倒排表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B1B53E24-3461-B50C-57F4-7FD27A4AECA1}"/>
              </a:ext>
            </a:extLst>
          </p:cNvPr>
          <p:cNvCxnSpPr>
            <a:cxnSpLocks/>
          </p:cNvCxnSpPr>
          <p:nvPr/>
        </p:nvCxnSpPr>
        <p:spPr>
          <a:xfrm flipV="1">
            <a:off x="10300437" y="2214561"/>
            <a:ext cx="9713" cy="322581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矩形: 圆角 8">
            <a:extLst>
              <a:ext uri="{FF2B5EF4-FFF2-40B4-BE49-F238E27FC236}">
                <a16:creationId xmlns:a16="http://schemas.microsoft.com/office/drawing/2014/main" id="{98512248-437C-9CB7-7750-1862042871C1}"/>
              </a:ext>
            </a:extLst>
          </p:cNvPr>
          <p:cNvSpPr/>
          <p:nvPr/>
        </p:nvSpPr>
        <p:spPr>
          <a:xfrm flipH="1">
            <a:off x="5710584" y="1285171"/>
            <a:ext cx="1330689" cy="1083092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C9FC9A5-8D97-A0BE-7D0B-1223BF3BE430}"/>
              </a:ext>
            </a:extLst>
          </p:cNvPr>
          <p:cNvSpPr txBox="1"/>
          <p:nvPr/>
        </p:nvSpPr>
        <p:spPr>
          <a:xfrm rot="16200000">
            <a:off x="6188456" y="966853"/>
            <a:ext cx="369332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频谱相似检索</a:t>
            </a: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25B967FB-ABD8-828C-3867-728B2FF79E57}"/>
              </a:ext>
            </a:extLst>
          </p:cNvPr>
          <p:cNvGrpSpPr/>
          <p:nvPr/>
        </p:nvGrpSpPr>
        <p:grpSpPr>
          <a:xfrm>
            <a:off x="5922138" y="1680050"/>
            <a:ext cx="834182" cy="500514"/>
            <a:chOff x="6012117" y="1655591"/>
            <a:chExt cx="834182" cy="500514"/>
          </a:xfrm>
        </p:grpSpPr>
        <p:sp>
          <p:nvSpPr>
            <p:cNvPr id="120" name="圆角矩形 47">
              <a:extLst>
                <a:ext uri="{FF2B5EF4-FFF2-40B4-BE49-F238E27FC236}">
                  <a16:creationId xmlns:a16="http://schemas.microsoft.com/office/drawing/2014/main" id="{589CD690-F57F-BE21-DF40-6A8DF95284B1}"/>
                </a:ext>
              </a:extLst>
            </p:cNvPr>
            <p:cNvSpPr/>
            <p:nvPr/>
          </p:nvSpPr>
          <p:spPr>
            <a:xfrm>
              <a:off x="6012117" y="1672359"/>
              <a:ext cx="834182" cy="460284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45B0E222-A8A7-E708-0A3A-C7199E14C710}"/>
                </a:ext>
              </a:extLst>
            </p:cNvPr>
            <p:cNvSpPr/>
            <p:nvPr/>
          </p:nvSpPr>
          <p:spPr>
            <a:xfrm rot="16200000">
              <a:off x="6185597" y="1495403"/>
              <a:ext cx="500514" cy="820889"/>
            </a:xfrm>
            <a:prstGeom prst="round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>
              <a:noAutofit/>
            </a:bodyPr>
            <a:lstStyle/>
            <a:p>
              <a:pPr algn="ctr"/>
              <a:r>
                <a:rPr lang="zh-CN" altLang="en-US" sz="11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局部敏感哈希指纹</a:t>
              </a:r>
            </a:p>
          </p:txBody>
        </p:sp>
      </p:grpSp>
      <p:sp>
        <p:nvSpPr>
          <p:cNvPr id="123" name="矩形: 圆角 8">
            <a:extLst>
              <a:ext uri="{FF2B5EF4-FFF2-40B4-BE49-F238E27FC236}">
                <a16:creationId xmlns:a16="http://schemas.microsoft.com/office/drawing/2014/main" id="{127B24F2-F9B1-0810-8293-6AAD2B545971}"/>
              </a:ext>
            </a:extLst>
          </p:cNvPr>
          <p:cNvSpPr/>
          <p:nvPr/>
        </p:nvSpPr>
        <p:spPr>
          <a:xfrm flipH="1">
            <a:off x="7168389" y="1285733"/>
            <a:ext cx="4494122" cy="1072964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4CC2B5E8-B0EE-2011-AAE6-F5786F1A41C7}"/>
              </a:ext>
            </a:extLst>
          </p:cNvPr>
          <p:cNvCxnSpPr>
            <a:cxnSpLocks/>
          </p:cNvCxnSpPr>
          <p:nvPr/>
        </p:nvCxnSpPr>
        <p:spPr>
          <a:xfrm flipV="1">
            <a:off x="7395738" y="2377558"/>
            <a:ext cx="253561" cy="174709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6319323A-2B82-E9EE-D2CB-8402068436F7}"/>
              </a:ext>
            </a:extLst>
          </p:cNvPr>
          <p:cNvSpPr/>
          <p:nvPr/>
        </p:nvSpPr>
        <p:spPr>
          <a:xfrm rot="16200000">
            <a:off x="7757183" y="1214054"/>
            <a:ext cx="622383" cy="1434973"/>
          </a:xfrm>
          <a:prstGeom prst="roundRect">
            <a:avLst/>
          </a:prstGeom>
          <a:gradFill>
            <a:gsLst>
              <a:gs pos="0">
                <a:srgbClr val="2E54A1">
                  <a:alpha val="2000"/>
                </a:srgbClr>
              </a:gs>
              <a:gs pos="100000">
                <a:srgbClr val="CFDAF1"/>
              </a:gs>
            </a:gsLst>
            <a:path path="circle">
              <a:fillToRect l="100000" t="100000"/>
            </a:path>
          </a:gra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4CC9DD37-BF13-BC74-5BB4-31B677F28681}"/>
              </a:ext>
            </a:extLst>
          </p:cNvPr>
          <p:cNvSpPr txBox="1"/>
          <p:nvPr/>
        </p:nvSpPr>
        <p:spPr>
          <a:xfrm rot="16200000">
            <a:off x="7399182" y="1731414"/>
            <a:ext cx="538609" cy="3912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</a:t>
            </a:r>
            <a:endParaRPr lang="en-US" altLang="zh-CN" sz="1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A94093B1-45D0-741E-8433-9FFEBDEF27CE}"/>
              </a:ext>
            </a:extLst>
          </p:cNvPr>
          <p:cNvSpPr txBox="1"/>
          <p:nvPr/>
        </p:nvSpPr>
        <p:spPr>
          <a:xfrm rot="16200000">
            <a:off x="9193552" y="889909"/>
            <a:ext cx="369332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结构化属性检索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4E04A1BD-7C7B-EA42-220B-064812C58FBF}"/>
              </a:ext>
            </a:extLst>
          </p:cNvPr>
          <p:cNvSpPr txBox="1"/>
          <p:nvPr/>
        </p:nvSpPr>
        <p:spPr>
          <a:xfrm rot="16200000">
            <a:off x="7478391" y="127462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C679355D-43CF-02B2-2D8A-C9B3B398E2D8}"/>
              </a:ext>
            </a:extLst>
          </p:cNvPr>
          <p:cNvSpPr/>
          <p:nvPr/>
        </p:nvSpPr>
        <p:spPr>
          <a:xfrm rot="16200000">
            <a:off x="7878304" y="1787964"/>
            <a:ext cx="425834" cy="303144"/>
          </a:xfrm>
          <a:prstGeom prst="roundRect">
            <a:avLst/>
          </a:prstGeom>
          <a:noFill/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时段</a:t>
            </a: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120DAD47-1794-9774-4048-81C90C0108D4}"/>
              </a:ext>
            </a:extLst>
          </p:cNvPr>
          <p:cNvSpPr/>
          <p:nvPr/>
        </p:nvSpPr>
        <p:spPr>
          <a:xfrm rot="16200000">
            <a:off x="8272697" y="1780287"/>
            <a:ext cx="425834" cy="303144"/>
          </a:xfrm>
          <a:prstGeom prst="roundRect">
            <a:avLst/>
          </a:prstGeom>
          <a:noFill/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频段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F6E4076-6DD1-A4F7-7420-3DD91C3C692D}"/>
              </a:ext>
            </a:extLst>
          </p:cNvPr>
          <p:cNvSpPr/>
          <p:nvPr/>
        </p:nvSpPr>
        <p:spPr>
          <a:xfrm rot="16200000">
            <a:off x="9866267" y="659124"/>
            <a:ext cx="622383" cy="2570023"/>
          </a:xfrm>
          <a:prstGeom prst="roundRect">
            <a:avLst/>
          </a:prstGeom>
          <a:gradFill>
            <a:gsLst>
              <a:gs pos="0">
                <a:srgbClr val="2E54A1">
                  <a:alpha val="2000"/>
                </a:srgbClr>
              </a:gs>
              <a:gs pos="100000">
                <a:srgbClr val="CFDAF1"/>
              </a:gs>
            </a:gsLst>
            <a:path path="circle">
              <a:fillToRect l="100000" t="100000"/>
            </a:path>
          </a:gra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zh-CN" altLang="en-US"/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176E4143-B2D4-8978-0B77-259EE9651E74}"/>
              </a:ext>
            </a:extLst>
          </p:cNvPr>
          <p:cNvGrpSpPr/>
          <p:nvPr/>
        </p:nvGrpSpPr>
        <p:grpSpPr>
          <a:xfrm rot="16200000">
            <a:off x="9690125" y="1148726"/>
            <a:ext cx="425836" cy="1563171"/>
            <a:chOff x="6727527" y="3575975"/>
            <a:chExt cx="727207" cy="1563171"/>
          </a:xfrm>
        </p:grpSpPr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070D5F7A-5FB4-43FF-3500-048216DC5EB4}"/>
                </a:ext>
              </a:extLst>
            </p:cNvPr>
            <p:cNvSpPr/>
            <p:nvPr/>
          </p:nvSpPr>
          <p:spPr>
            <a:xfrm>
              <a:off x="6727528" y="3575975"/>
              <a:ext cx="727200" cy="303144"/>
            </a:xfrm>
            <a:prstGeom prst="roundRect">
              <a:avLst/>
            </a:prstGeom>
            <a:noFill/>
            <a:ln>
              <a:solidFill>
                <a:srgbClr val="2E54A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</a:p>
          </p:txBody>
        </p: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BBA4EA43-566B-B9DC-A5F9-0B2E42711455}"/>
                </a:ext>
              </a:extLst>
            </p:cNvPr>
            <p:cNvSpPr/>
            <p:nvPr/>
          </p:nvSpPr>
          <p:spPr>
            <a:xfrm>
              <a:off x="6727527" y="3947975"/>
              <a:ext cx="726386" cy="558002"/>
            </a:xfrm>
            <a:prstGeom prst="roundRect">
              <a:avLst/>
            </a:prstGeom>
            <a:noFill/>
            <a:ln>
              <a:solidFill>
                <a:srgbClr val="2E54A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调制样式</a:t>
              </a:r>
            </a:p>
          </p:txBody>
        </p: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67065E67-66C8-7E39-FB3D-3B1B6559D86D}"/>
                </a:ext>
              </a:extLst>
            </p:cNvPr>
            <p:cNvSpPr/>
            <p:nvPr/>
          </p:nvSpPr>
          <p:spPr>
            <a:xfrm>
              <a:off x="6727534" y="4581146"/>
              <a:ext cx="727200" cy="558000"/>
            </a:xfrm>
            <a:prstGeom prst="roundRect">
              <a:avLst/>
            </a:prstGeom>
            <a:noFill/>
            <a:ln>
              <a:solidFill>
                <a:srgbClr val="2E54A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事件类型</a:t>
              </a:r>
            </a:p>
          </p:txBody>
        </p:sp>
      </p:grp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498F5FE-8BB8-D69D-132B-F27D70AF1C05}"/>
              </a:ext>
            </a:extLst>
          </p:cNvPr>
          <p:cNvSpPr txBox="1"/>
          <p:nvPr/>
        </p:nvSpPr>
        <p:spPr>
          <a:xfrm rot="16200000">
            <a:off x="10856680" y="1648311"/>
            <a:ext cx="523220" cy="548759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等值</a:t>
            </a:r>
            <a:endParaRPr lang="en-US" altLang="zh-CN" sz="1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</a:t>
            </a:r>
          </a:p>
        </p:txBody>
      </p:sp>
      <p:sp>
        <p:nvSpPr>
          <p:cNvPr id="126" name="矩形: 圆角 1197">
            <a:extLst>
              <a:ext uri="{FF2B5EF4-FFF2-40B4-BE49-F238E27FC236}">
                <a16:creationId xmlns:a16="http://schemas.microsoft.com/office/drawing/2014/main" id="{2A0D9EED-00E5-6551-6F5E-82076238D157}"/>
              </a:ext>
            </a:extLst>
          </p:cNvPr>
          <p:cNvSpPr/>
          <p:nvPr/>
        </p:nvSpPr>
        <p:spPr>
          <a:xfrm>
            <a:off x="5494337" y="770691"/>
            <a:ext cx="2169715" cy="443803"/>
          </a:xfrm>
          <a:prstGeom prst="roundRect">
            <a:avLst>
              <a:gd name="adj" fmla="val 27564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 defTabSz="829544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可验证分级协同索引</a:t>
            </a:r>
          </a:p>
        </p:txBody>
      </p:sp>
      <p:sp>
        <p:nvSpPr>
          <p:cNvPr id="127" name="矩形: 圆角 1197">
            <a:extLst>
              <a:ext uri="{FF2B5EF4-FFF2-40B4-BE49-F238E27FC236}">
                <a16:creationId xmlns:a16="http://schemas.microsoft.com/office/drawing/2014/main" id="{D62E3B7E-90F2-B99F-9F36-FC09E842CE63}"/>
              </a:ext>
            </a:extLst>
          </p:cNvPr>
          <p:cNvSpPr/>
          <p:nvPr/>
        </p:nvSpPr>
        <p:spPr>
          <a:xfrm>
            <a:off x="2062458" y="2438583"/>
            <a:ext cx="2169715" cy="443803"/>
          </a:xfrm>
          <a:prstGeom prst="roundRect">
            <a:avLst>
              <a:gd name="adj" fmla="val 27564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 defTabSz="829544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数据分层差异化存储</a:t>
            </a:r>
          </a:p>
        </p:txBody>
      </p:sp>
      <p:sp>
        <p:nvSpPr>
          <p:cNvPr id="128" name="箭头: 燕尾形 1071">
            <a:extLst>
              <a:ext uri="{FF2B5EF4-FFF2-40B4-BE49-F238E27FC236}">
                <a16:creationId xmlns:a16="http://schemas.microsoft.com/office/drawing/2014/main" id="{36C4A61A-6D7E-2509-D8D4-B90FFFEDBDE6}"/>
              </a:ext>
            </a:extLst>
          </p:cNvPr>
          <p:cNvSpPr/>
          <p:nvPr/>
        </p:nvSpPr>
        <p:spPr>
          <a:xfrm>
            <a:off x="4747169" y="3044200"/>
            <a:ext cx="461425" cy="356005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2E54A1"/>
              </a:gs>
              <a:gs pos="100000">
                <a:srgbClr val="2E54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 dirty="0"/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11D0B22F-750D-8236-1A0B-6861CFDDFC28}"/>
              </a:ext>
            </a:extLst>
          </p:cNvPr>
          <p:cNvSpPr/>
          <p:nvPr/>
        </p:nvSpPr>
        <p:spPr>
          <a:xfrm>
            <a:off x="2129320" y="930169"/>
            <a:ext cx="2915380" cy="1387867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29" name="矩形: 圆角 1197">
            <a:extLst>
              <a:ext uri="{FF2B5EF4-FFF2-40B4-BE49-F238E27FC236}">
                <a16:creationId xmlns:a16="http://schemas.microsoft.com/office/drawing/2014/main" id="{4F081D9C-7904-BBE3-5325-2B18C0DD2B9A}"/>
              </a:ext>
            </a:extLst>
          </p:cNvPr>
          <p:cNvSpPr/>
          <p:nvPr/>
        </p:nvSpPr>
        <p:spPr>
          <a:xfrm>
            <a:off x="2043412" y="782796"/>
            <a:ext cx="2061597" cy="443803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 defTabSz="829544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链上链下分层存证</a:t>
            </a:r>
          </a:p>
        </p:txBody>
      </p:sp>
      <p:sp>
        <p:nvSpPr>
          <p:cNvPr id="145" name="箭头: 下 1067"/>
          <p:cNvSpPr/>
          <p:nvPr/>
        </p:nvSpPr>
        <p:spPr>
          <a:xfrm>
            <a:off x="4667414" y="2115650"/>
            <a:ext cx="310468" cy="356005"/>
          </a:xfrm>
          <a:prstGeom prst="downArrow">
            <a:avLst>
              <a:gd name="adj1" fmla="val 34037"/>
              <a:gd name="adj2" fmla="val 5281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C00000"/>
              </a:gs>
              <a:gs pos="100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/>
          </a:p>
        </p:txBody>
      </p:sp>
      <p:sp>
        <p:nvSpPr>
          <p:cNvPr id="131" name="矩形: 圆角 1150">
            <a:extLst>
              <a:ext uri="{FF2B5EF4-FFF2-40B4-BE49-F238E27FC236}">
                <a16:creationId xmlns:a16="http://schemas.microsoft.com/office/drawing/2014/main" id="{EA278F69-6E4E-F635-7DD7-88C8DAA503AE}"/>
              </a:ext>
            </a:extLst>
          </p:cNvPr>
          <p:cNvSpPr/>
          <p:nvPr/>
        </p:nvSpPr>
        <p:spPr>
          <a:xfrm>
            <a:off x="2259916" y="1371695"/>
            <a:ext cx="2602928" cy="793609"/>
          </a:xfrm>
          <a:prstGeom prst="roundRect">
            <a:avLst>
              <a:gd name="adj" fmla="val 4026"/>
            </a:avLst>
          </a:prstGeom>
          <a:gradFill flip="none" rotWithShape="1">
            <a:gsLst>
              <a:gs pos="100000">
                <a:srgbClr val="FCE8EA"/>
              </a:gs>
              <a:gs pos="0">
                <a:schemeClr val="bg1">
                  <a:shade val="100000"/>
                  <a:satMod val="115000"/>
                </a:schemeClr>
              </a:gs>
            </a:gsLst>
            <a:lin ang="6000000" scaled="0"/>
            <a:tileRect/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875948" y="1506506"/>
            <a:ext cx="1634284" cy="521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频谱数据体量庞大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全量上链开销大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形 2" descr="数据库 纯色填充">
            <a:extLst>
              <a:ext uri="{FF2B5EF4-FFF2-40B4-BE49-F238E27FC236}">
                <a16:creationId xmlns:a16="http://schemas.microsoft.com/office/drawing/2014/main" id="{7C7F3871-282D-223B-EDC8-1A90B78B19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22559" y="1498944"/>
            <a:ext cx="528923" cy="52892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53BDE7C-2C4B-616A-574C-31FFCA5B9434}"/>
              </a:ext>
            </a:extLst>
          </p:cNvPr>
          <p:cNvSpPr txBox="1"/>
          <p:nvPr/>
        </p:nvSpPr>
        <p:spPr>
          <a:xfrm>
            <a:off x="5023296" y="41786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23" name="箭头: 燕尾形 1071">
            <a:extLst>
              <a:ext uri="{FF2B5EF4-FFF2-40B4-BE49-F238E27FC236}">
                <a16:creationId xmlns:a16="http://schemas.microsoft.com/office/drawing/2014/main" id="{08E57F9C-821D-A677-5EFE-1EBD088E746F}"/>
              </a:ext>
            </a:extLst>
          </p:cNvPr>
          <p:cNvSpPr/>
          <p:nvPr/>
        </p:nvSpPr>
        <p:spPr>
          <a:xfrm>
            <a:off x="1430161" y="3508106"/>
            <a:ext cx="461425" cy="356005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2E54A1"/>
              </a:gs>
              <a:gs pos="100000">
                <a:srgbClr val="2E54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C6E089EB-0634-2B42-2D1C-FD4BDD584D3F}"/>
              </a:ext>
            </a:extLst>
          </p:cNvPr>
          <p:cNvGrpSpPr/>
          <p:nvPr/>
        </p:nvGrpSpPr>
        <p:grpSpPr>
          <a:xfrm>
            <a:off x="2729039" y="646443"/>
            <a:ext cx="2981897" cy="5499952"/>
            <a:chOff x="2729039" y="646443"/>
            <a:chExt cx="2981897" cy="5499952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7A84D86-83FA-7C4D-2E29-7E90C0E53EB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72543" y="1104025"/>
              <a:ext cx="1305506" cy="1542472"/>
              <a:chOff x="2289028" y="2731089"/>
              <a:chExt cx="2107361" cy="2489875"/>
            </a:xfrm>
          </p:grpSpPr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171ABA96-6451-FBC7-0A6D-3C69524D4CDF}"/>
                  </a:ext>
                </a:extLst>
              </p:cNvPr>
              <p:cNvCxnSpPr/>
              <p:nvPr/>
            </p:nvCxnSpPr>
            <p:spPr>
              <a:xfrm flipV="1">
                <a:off x="3495108" y="2901658"/>
                <a:ext cx="0" cy="231930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E85BD894-6D09-6240-2D5E-32A34753BD0B}"/>
                  </a:ext>
                </a:extLst>
              </p:cNvPr>
              <p:cNvGrpSpPr/>
              <p:nvPr/>
            </p:nvGrpSpPr>
            <p:grpSpPr>
              <a:xfrm>
                <a:off x="2289028" y="2731089"/>
                <a:ext cx="2107361" cy="1289849"/>
                <a:chOff x="2289028" y="2731089"/>
                <a:chExt cx="2107361" cy="1289849"/>
              </a:xfrm>
            </p:grpSpPr>
            <p:cxnSp>
              <p:nvCxnSpPr>
                <p:cNvPr id="20" name="直接箭头连接符 19">
                  <a:extLst>
                    <a:ext uri="{FF2B5EF4-FFF2-40B4-BE49-F238E27FC236}">
                      <a16:creationId xmlns:a16="http://schemas.microsoft.com/office/drawing/2014/main" id="{ECD89688-564C-8E50-BEAE-EB4EF1C159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89028" y="2731089"/>
                  <a:ext cx="0" cy="128984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8922874E-47E0-A55A-0094-285952517F29}"/>
                    </a:ext>
                  </a:extLst>
                </p:cNvPr>
                <p:cNvSpPr/>
                <p:nvPr/>
              </p:nvSpPr>
              <p:spPr>
                <a:xfrm>
                  <a:off x="2289028" y="2803756"/>
                  <a:ext cx="1913579" cy="1180848"/>
                </a:xfrm>
                <a:custGeom>
                  <a:avLst/>
                  <a:gdLst>
                    <a:gd name="connsiteX0" fmla="*/ 0 w 1913579"/>
                    <a:gd name="connsiteY0" fmla="*/ 1180848 h 1180848"/>
                    <a:gd name="connsiteX1" fmla="*/ 454172 w 1913579"/>
                    <a:gd name="connsiteY1" fmla="*/ 460228 h 1180848"/>
                    <a:gd name="connsiteX2" fmla="*/ 654008 w 1913579"/>
                    <a:gd name="connsiteY2" fmla="*/ 859900 h 1180848"/>
                    <a:gd name="connsiteX3" fmla="*/ 1223237 w 1913579"/>
                    <a:gd name="connsiteY3" fmla="*/ 0 h 1180848"/>
                    <a:gd name="connsiteX4" fmla="*/ 1417017 w 1913579"/>
                    <a:gd name="connsiteY4" fmla="*/ 865955 h 1180848"/>
                    <a:gd name="connsiteX5" fmla="*/ 1913579 w 1913579"/>
                    <a:gd name="connsiteY5" fmla="*/ 950734 h 1180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13579" h="1180848">
                      <a:moveTo>
                        <a:pt x="0" y="1180848"/>
                      </a:moveTo>
                      <a:lnTo>
                        <a:pt x="454172" y="460228"/>
                      </a:lnTo>
                      <a:lnTo>
                        <a:pt x="654008" y="859900"/>
                      </a:lnTo>
                      <a:lnTo>
                        <a:pt x="1223237" y="0"/>
                      </a:lnTo>
                      <a:lnTo>
                        <a:pt x="1417017" y="865955"/>
                      </a:lnTo>
                      <a:lnTo>
                        <a:pt x="1913579" y="950734"/>
                      </a:lnTo>
                    </a:path>
                  </a:pathLst>
                </a:custGeom>
                <a:noFill/>
                <a:ln w="3810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AE45387D-8143-BDA7-1217-198D0F0CCFAD}"/>
                    </a:ext>
                  </a:extLst>
                </p:cNvPr>
                <p:cNvSpPr/>
                <p:nvPr/>
              </p:nvSpPr>
              <p:spPr>
                <a:xfrm>
                  <a:off x="2410142" y="2840093"/>
                  <a:ext cx="1986247" cy="1077902"/>
                </a:xfrm>
                <a:custGeom>
                  <a:avLst/>
                  <a:gdLst>
                    <a:gd name="connsiteX0" fmla="*/ 0 w 1986247"/>
                    <a:gd name="connsiteY0" fmla="*/ 308837 h 1077902"/>
                    <a:gd name="connsiteX1" fmla="*/ 593452 w 1986247"/>
                    <a:gd name="connsiteY1" fmla="*/ 1077902 h 1077902"/>
                    <a:gd name="connsiteX2" fmla="*/ 1096069 w 1986247"/>
                    <a:gd name="connsiteY2" fmla="*/ 629785 h 1077902"/>
                    <a:gd name="connsiteX3" fmla="*/ 1326183 w 1986247"/>
                    <a:gd name="connsiteY3" fmla="*/ 0 h 1077902"/>
                    <a:gd name="connsiteX4" fmla="*/ 1574464 w 1986247"/>
                    <a:gd name="connsiteY4" fmla="*/ 1041568 h 1077902"/>
                    <a:gd name="connsiteX5" fmla="*/ 1986247 w 1986247"/>
                    <a:gd name="connsiteY5" fmla="*/ 266448 h 1077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86247" h="1077902">
                      <a:moveTo>
                        <a:pt x="0" y="308837"/>
                      </a:moveTo>
                      <a:lnTo>
                        <a:pt x="593452" y="1077902"/>
                      </a:lnTo>
                      <a:lnTo>
                        <a:pt x="1096069" y="629785"/>
                      </a:lnTo>
                      <a:lnTo>
                        <a:pt x="1326183" y="0"/>
                      </a:lnTo>
                      <a:lnTo>
                        <a:pt x="1574464" y="1041568"/>
                      </a:lnTo>
                      <a:lnTo>
                        <a:pt x="1986247" y="266448"/>
                      </a:ln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</p:grpSp>
        </p:grpSp>
        <p:pic>
          <p:nvPicPr>
            <p:cNvPr id="23" name="Picture 10" descr="Data server ">
              <a:extLst>
                <a:ext uri="{FF2B5EF4-FFF2-40B4-BE49-F238E27FC236}">
                  <a16:creationId xmlns:a16="http://schemas.microsoft.com/office/drawing/2014/main" id="{AC697B12-EB6E-BB09-60EB-A6785A03D0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5045" y="646443"/>
              <a:ext cx="463153" cy="463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33C7DAD1-3049-566A-78D8-308389573EDF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flipV="1">
              <a:off x="4155764" y="878308"/>
              <a:ext cx="469281" cy="3720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图形 26" descr="机器人 纯色填充">
              <a:extLst>
                <a:ext uri="{FF2B5EF4-FFF2-40B4-BE49-F238E27FC236}">
                  <a16:creationId xmlns:a16="http://schemas.microsoft.com/office/drawing/2014/main" id="{E67C14DA-7F11-B7CF-0AE6-1E90C708B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36867" y="2219905"/>
              <a:ext cx="662144" cy="662144"/>
            </a:xfrm>
            <a:prstGeom prst="rect">
              <a:avLst/>
            </a:prstGeom>
          </p:spPr>
        </p:pic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4507BE41-FC0E-CCEB-99EC-8F29F29A464F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3590194" y="1955230"/>
              <a:ext cx="277745" cy="2646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左大括号 33">
              <a:extLst>
                <a:ext uri="{FF2B5EF4-FFF2-40B4-BE49-F238E27FC236}">
                  <a16:creationId xmlns:a16="http://schemas.microsoft.com/office/drawing/2014/main" id="{9C15CCCD-F224-6B1E-191B-6EA8E4400657}"/>
                </a:ext>
              </a:extLst>
            </p:cNvPr>
            <p:cNvSpPr/>
            <p:nvPr/>
          </p:nvSpPr>
          <p:spPr>
            <a:xfrm rot="5400000">
              <a:off x="3700449" y="2263998"/>
              <a:ext cx="365703" cy="1751116"/>
            </a:xfrm>
            <a:prstGeom prst="leftBrac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FBF607B-3493-5488-33E5-F56179C68B80}"/>
                </a:ext>
              </a:extLst>
            </p:cNvPr>
            <p:cNvSpPr txBox="1"/>
            <p:nvPr/>
          </p:nvSpPr>
          <p:spPr>
            <a:xfrm>
              <a:off x="2729039" y="3336226"/>
              <a:ext cx="461665" cy="124649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海杂波背景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59AD122-9B36-E711-BA48-B04D5A1C9BA9}"/>
                </a:ext>
              </a:extLst>
            </p:cNvPr>
            <p:cNvSpPr/>
            <p:nvPr/>
          </p:nvSpPr>
          <p:spPr>
            <a:xfrm>
              <a:off x="4360353" y="3322407"/>
              <a:ext cx="797012" cy="30767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HASH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ADB38037-844F-F1ED-6673-82F03C17673F}"/>
                </a:ext>
              </a:extLst>
            </p:cNvPr>
            <p:cNvSpPr/>
            <p:nvPr/>
          </p:nvSpPr>
          <p:spPr>
            <a:xfrm>
              <a:off x="5118662" y="1001117"/>
              <a:ext cx="503648" cy="2464725"/>
            </a:xfrm>
            <a:custGeom>
              <a:avLst/>
              <a:gdLst>
                <a:gd name="connsiteX0" fmla="*/ 0 w 1284493"/>
                <a:gd name="connsiteY0" fmla="*/ 1602647 h 3205293"/>
                <a:gd name="connsiteX1" fmla="*/ 642247 w 1284493"/>
                <a:gd name="connsiteY1" fmla="*/ 0 h 3205293"/>
                <a:gd name="connsiteX2" fmla="*/ 1284494 w 1284493"/>
                <a:gd name="connsiteY2" fmla="*/ 1602647 h 3205293"/>
                <a:gd name="connsiteX3" fmla="*/ 642247 w 1284493"/>
                <a:gd name="connsiteY3" fmla="*/ 3205294 h 3205293"/>
                <a:gd name="connsiteX4" fmla="*/ 0 w 1284493"/>
                <a:gd name="connsiteY4" fmla="*/ 1602647 h 3205293"/>
                <a:gd name="connsiteX0" fmla="*/ 642247 w 1284494"/>
                <a:gd name="connsiteY0" fmla="*/ 0 h 3205294"/>
                <a:gd name="connsiteX1" fmla="*/ 1284494 w 1284494"/>
                <a:gd name="connsiteY1" fmla="*/ 1602647 h 3205294"/>
                <a:gd name="connsiteX2" fmla="*/ 642247 w 1284494"/>
                <a:gd name="connsiteY2" fmla="*/ 3205294 h 3205294"/>
                <a:gd name="connsiteX3" fmla="*/ 0 w 1284494"/>
                <a:gd name="connsiteY3" fmla="*/ 1602647 h 3205294"/>
                <a:gd name="connsiteX4" fmla="*/ 733687 w 1284494"/>
                <a:gd name="connsiteY4" fmla="*/ 91440 h 3205294"/>
                <a:gd name="connsiteX0" fmla="*/ 2216057 w 2858304"/>
                <a:gd name="connsiteY0" fmla="*/ 0 h 3205294"/>
                <a:gd name="connsiteX1" fmla="*/ 2858304 w 2858304"/>
                <a:gd name="connsiteY1" fmla="*/ 1602647 h 3205294"/>
                <a:gd name="connsiteX2" fmla="*/ 2216057 w 2858304"/>
                <a:gd name="connsiteY2" fmla="*/ 3205294 h 3205294"/>
                <a:gd name="connsiteX3" fmla="*/ 1573810 w 2858304"/>
                <a:gd name="connsiteY3" fmla="*/ 1602647 h 3205294"/>
                <a:gd name="connsiteX4" fmla="*/ 78505 w 2858304"/>
                <a:gd name="connsiteY4" fmla="*/ 1445216 h 3205294"/>
                <a:gd name="connsiteX0" fmla="*/ 2137552 w 2779799"/>
                <a:gd name="connsiteY0" fmla="*/ 0 h 3205967"/>
                <a:gd name="connsiteX1" fmla="*/ 2779799 w 2779799"/>
                <a:gd name="connsiteY1" fmla="*/ 1602647 h 3205967"/>
                <a:gd name="connsiteX2" fmla="*/ 2137552 w 2779799"/>
                <a:gd name="connsiteY2" fmla="*/ 3205294 h 3205967"/>
                <a:gd name="connsiteX3" fmla="*/ 0 w 2779799"/>
                <a:gd name="connsiteY3" fmla="*/ 1445216 h 3205967"/>
                <a:gd name="connsiteX0" fmla="*/ 0 w 642247"/>
                <a:gd name="connsiteY0" fmla="*/ 0 h 3205967"/>
                <a:gd name="connsiteX1" fmla="*/ 642247 w 642247"/>
                <a:gd name="connsiteY1" fmla="*/ 1602647 h 3205967"/>
                <a:gd name="connsiteX2" fmla="*/ 0 w 642247"/>
                <a:gd name="connsiteY2" fmla="*/ 3205294 h 3205967"/>
                <a:gd name="connsiteX0" fmla="*/ 125144 w 642247"/>
                <a:gd name="connsiteY0" fmla="*/ 0 h 3255139"/>
                <a:gd name="connsiteX1" fmla="*/ 642247 w 642247"/>
                <a:gd name="connsiteY1" fmla="*/ 1651819 h 3255139"/>
                <a:gd name="connsiteX2" fmla="*/ 0 w 642247"/>
                <a:gd name="connsiteY2" fmla="*/ 3254466 h 3255139"/>
                <a:gd name="connsiteX0" fmla="*/ 0 w 517103"/>
                <a:gd name="connsiteY0" fmla="*/ 0 h 3217884"/>
                <a:gd name="connsiteX1" fmla="*/ 517103 w 517103"/>
                <a:gd name="connsiteY1" fmla="*/ 1651819 h 3217884"/>
                <a:gd name="connsiteX2" fmla="*/ 21957 w 517103"/>
                <a:gd name="connsiteY2" fmla="*/ 3217177 h 3217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7103" h="3217884">
                  <a:moveTo>
                    <a:pt x="0" y="0"/>
                  </a:moveTo>
                  <a:cubicBezTo>
                    <a:pt x="354703" y="0"/>
                    <a:pt x="517103" y="766702"/>
                    <a:pt x="517103" y="1651819"/>
                  </a:cubicBezTo>
                  <a:cubicBezTo>
                    <a:pt x="517103" y="2536936"/>
                    <a:pt x="485257" y="3243416"/>
                    <a:pt x="21957" y="3217177"/>
                  </a:cubicBezTo>
                </a:path>
              </a:pathLst>
            </a:custGeom>
            <a:noFill/>
            <a:ln w="38100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75F0D5B2-0783-A122-4B42-3646D73CAE26}"/>
                </a:ext>
              </a:extLst>
            </p:cNvPr>
            <p:cNvSpPr txBox="1"/>
            <p:nvPr/>
          </p:nvSpPr>
          <p:spPr>
            <a:xfrm>
              <a:off x="4527965" y="1493182"/>
              <a:ext cx="1153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存储指针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9605A6D-3A94-2E8A-A84F-85B756359A2E}"/>
                </a:ext>
              </a:extLst>
            </p:cNvPr>
            <p:cNvSpPr txBox="1"/>
            <p:nvPr/>
          </p:nvSpPr>
          <p:spPr>
            <a:xfrm>
              <a:off x="3465272" y="363008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高价值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1821F50-2670-7F63-87E4-97F8E9A699EC}"/>
                </a:ext>
              </a:extLst>
            </p:cNvPr>
            <p:cNvSpPr txBox="1"/>
            <p:nvPr/>
          </p:nvSpPr>
          <p:spPr>
            <a:xfrm>
              <a:off x="3437917" y="414248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低价值</a:t>
              </a:r>
            </a:p>
          </p:txBody>
        </p: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F56E37B9-CB99-A0BD-C838-49709E9AB9DE}"/>
                </a:ext>
              </a:extLst>
            </p:cNvPr>
            <p:cNvGrpSpPr/>
            <p:nvPr/>
          </p:nvGrpSpPr>
          <p:grpSpPr>
            <a:xfrm>
              <a:off x="3619707" y="4939616"/>
              <a:ext cx="945990" cy="746831"/>
              <a:chOff x="7663681" y="2193956"/>
              <a:chExt cx="945990" cy="746831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4E3F49A2-C665-83C7-1038-F01C85430B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63681" y="2319061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D882AF4A-38DE-D159-69A5-A1DBA61B46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2491" y="2193956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C40CBE71-3323-197D-4712-03E6B26937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05325" y="2763750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3517A8A2-C76E-7903-E9BA-B9F727B8EF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32505" y="2363785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5627629A-84C6-6B67-1AD7-6CE88EC5EE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32505" y="2763750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9C2F96BA-220F-087D-6764-FCE4BEA694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70927" y="2496097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E77AE952-A4F2-A196-123A-52641EB92B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84467" y="2452303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93FD3C3-9A24-45B9-2285-0EBBA67B456C}"/>
                  </a:ext>
                </a:extLst>
              </p:cNvPr>
              <p:cNvCxnSpPr>
                <a:stCxn id="47" idx="5"/>
                <a:endCxn id="52" idx="1"/>
              </p:cNvCxnSpPr>
              <p:nvPr/>
            </p:nvCxnSpPr>
            <p:spPr>
              <a:xfrm>
                <a:off x="7814902" y="2470171"/>
                <a:ext cx="81971" cy="5185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66B3E01-D0B3-AE85-87C9-B4C5DADD2D46}"/>
                  </a:ext>
                </a:extLst>
              </p:cNvPr>
              <p:cNvCxnSpPr>
                <a:cxnSpLocks/>
                <a:stCxn id="47" idx="4"/>
                <a:endCxn id="49" idx="1"/>
              </p:cNvCxnSpPr>
              <p:nvPr/>
            </p:nvCxnSpPr>
            <p:spPr>
              <a:xfrm>
                <a:off x="7752264" y="2496097"/>
                <a:ext cx="179007" cy="2935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F6020E53-2DCC-FFA8-1FA8-ACDC174534EA}"/>
                  </a:ext>
                </a:extLst>
              </p:cNvPr>
              <p:cNvCxnSpPr>
                <a:cxnSpLocks/>
                <a:stCxn id="52" idx="4"/>
                <a:endCxn id="49" idx="0"/>
              </p:cNvCxnSpPr>
              <p:nvPr/>
            </p:nvCxnSpPr>
            <p:spPr>
              <a:xfrm>
                <a:off x="7959510" y="2673134"/>
                <a:ext cx="34398" cy="90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A6CFCD01-0EA1-BA05-206F-3BFEFCE36D42}"/>
                  </a:ext>
                </a:extLst>
              </p:cNvPr>
              <p:cNvCxnSpPr>
                <a:cxnSpLocks/>
                <a:stCxn id="49" idx="6"/>
                <a:endCxn id="51" idx="2"/>
              </p:cNvCxnSpPr>
              <p:nvPr/>
            </p:nvCxnSpPr>
            <p:spPr>
              <a:xfrm flipV="1">
                <a:off x="8082491" y="2852268"/>
                <a:ext cx="350014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2266C36-8478-504D-067C-E807F1BD3E47}"/>
                  </a:ext>
                </a:extLst>
              </p:cNvPr>
              <p:cNvCxnSpPr>
                <a:cxnSpLocks/>
                <a:stCxn id="53" idx="5"/>
                <a:endCxn id="51" idx="1"/>
              </p:cNvCxnSpPr>
              <p:nvPr/>
            </p:nvCxnSpPr>
            <p:spPr>
              <a:xfrm>
                <a:off x="8335687" y="2603413"/>
                <a:ext cx="122764" cy="1862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789947C-B3CF-06D5-A9CF-AB4C72194190}"/>
                  </a:ext>
                </a:extLst>
              </p:cNvPr>
              <p:cNvCxnSpPr>
                <a:cxnSpLocks/>
                <a:stCxn id="50" idx="4"/>
                <a:endCxn id="51" idx="0"/>
              </p:cNvCxnSpPr>
              <p:nvPr/>
            </p:nvCxnSpPr>
            <p:spPr>
              <a:xfrm>
                <a:off x="8521088" y="2540822"/>
                <a:ext cx="0" cy="2229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40093C4A-D6A3-0866-EA82-7E50109EB298}"/>
                  </a:ext>
                </a:extLst>
              </p:cNvPr>
              <p:cNvCxnSpPr>
                <a:cxnSpLocks/>
                <a:stCxn id="48" idx="6"/>
                <a:endCxn id="50" idx="1"/>
              </p:cNvCxnSpPr>
              <p:nvPr/>
            </p:nvCxnSpPr>
            <p:spPr>
              <a:xfrm>
                <a:off x="8259657" y="2282475"/>
                <a:ext cx="198794" cy="1072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6D057C2-4C2A-42DC-714D-B7FD0F836BD9}"/>
                  </a:ext>
                </a:extLst>
              </p:cNvPr>
              <p:cNvCxnSpPr>
                <a:cxnSpLocks/>
                <a:stCxn id="48" idx="5"/>
                <a:endCxn id="53" idx="0"/>
              </p:cNvCxnSpPr>
              <p:nvPr/>
            </p:nvCxnSpPr>
            <p:spPr>
              <a:xfrm>
                <a:off x="8233712" y="2345066"/>
                <a:ext cx="39338" cy="1072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C8A3787E-4151-CEC4-5942-8887C76DFFB1}"/>
                  </a:ext>
                </a:extLst>
              </p:cNvPr>
              <p:cNvCxnSpPr>
                <a:cxnSpLocks/>
                <a:stCxn id="48" idx="3"/>
                <a:endCxn id="52" idx="7"/>
              </p:cNvCxnSpPr>
              <p:nvPr/>
            </p:nvCxnSpPr>
            <p:spPr>
              <a:xfrm flipH="1">
                <a:off x="8022148" y="2345066"/>
                <a:ext cx="86289" cy="1769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D2749824-5FED-E4F3-F89B-79A495A4AAAB}"/>
                  </a:ext>
                </a:extLst>
              </p:cNvPr>
              <p:cNvCxnSpPr>
                <a:cxnSpLocks/>
                <a:stCxn id="48" idx="2"/>
                <a:endCxn id="47" idx="6"/>
              </p:cNvCxnSpPr>
              <p:nvPr/>
            </p:nvCxnSpPr>
            <p:spPr>
              <a:xfrm flipH="1">
                <a:off x="7840847" y="2282475"/>
                <a:ext cx="241644" cy="1251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515FE162-D188-DC6C-1239-CB4F8FC38DA4}"/>
                  </a:ext>
                </a:extLst>
              </p:cNvPr>
              <p:cNvCxnSpPr>
                <a:cxnSpLocks/>
                <a:stCxn id="53" idx="2"/>
                <a:endCxn id="52" idx="6"/>
              </p:cNvCxnSpPr>
              <p:nvPr/>
            </p:nvCxnSpPr>
            <p:spPr>
              <a:xfrm flipH="1">
                <a:off x="8048093" y="2540822"/>
                <a:ext cx="136374" cy="437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6B54E3C7-8FCC-1821-C548-DFA0A9F86A17}"/>
                  </a:ext>
                </a:extLst>
              </p:cNvPr>
              <p:cNvCxnSpPr>
                <a:cxnSpLocks/>
                <a:stCxn id="53" idx="3"/>
                <a:endCxn id="49" idx="7"/>
              </p:cNvCxnSpPr>
              <p:nvPr/>
            </p:nvCxnSpPr>
            <p:spPr>
              <a:xfrm flipH="1">
                <a:off x="8056546" y="2603413"/>
                <a:ext cx="153867" cy="1862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BBBBBEB6-5004-A1A6-EA09-8957C22BD45F}"/>
                  </a:ext>
                </a:extLst>
              </p:cNvPr>
              <p:cNvCxnSpPr>
                <a:cxnSpLocks/>
                <a:stCxn id="50" idx="3"/>
                <a:endCxn id="53" idx="6"/>
              </p:cNvCxnSpPr>
              <p:nvPr/>
            </p:nvCxnSpPr>
            <p:spPr>
              <a:xfrm flipH="1">
                <a:off x="8361633" y="2514895"/>
                <a:ext cx="96818" cy="25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4FE64CA3-482D-31A6-7F2E-0A56BAC4CFA9}"/>
                </a:ext>
              </a:extLst>
            </p:cNvPr>
            <p:cNvSpPr txBox="1"/>
            <p:nvPr/>
          </p:nvSpPr>
          <p:spPr>
            <a:xfrm>
              <a:off x="3577604" y="577706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打包上链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6FDBAF3-A6F4-EEF7-D1D8-1FE76BDB2AEB}"/>
                </a:ext>
              </a:extLst>
            </p:cNvPr>
            <p:cNvSpPr txBox="1"/>
            <p:nvPr/>
          </p:nvSpPr>
          <p:spPr>
            <a:xfrm>
              <a:off x="3999476" y="2260661"/>
              <a:ext cx="11533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自监督</a:t>
              </a:r>
              <a:endPara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价值评估</a:t>
              </a:r>
            </a:p>
          </p:txBody>
        </p:sp>
        <p:sp>
          <p:nvSpPr>
            <p:cNvPr id="79" name="矩形 42">
              <a:extLst>
                <a:ext uri="{FF2B5EF4-FFF2-40B4-BE49-F238E27FC236}">
                  <a16:creationId xmlns:a16="http://schemas.microsoft.com/office/drawing/2014/main" id="{0F3DC057-61ED-34E0-1524-75D46F4696AD}"/>
                </a:ext>
              </a:extLst>
            </p:cNvPr>
            <p:cNvSpPr/>
            <p:nvPr/>
          </p:nvSpPr>
          <p:spPr>
            <a:xfrm>
              <a:off x="4389528" y="3861109"/>
              <a:ext cx="1090013" cy="278553"/>
            </a:xfrm>
            <a:custGeom>
              <a:avLst/>
              <a:gdLst>
                <a:gd name="connsiteX0" fmla="*/ 0 w 1090013"/>
                <a:gd name="connsiteY0" fmla="*/ 0 h 278553"/>
                <a:gd name="connsiteX1" fmla="*/ 1090013 w 1090013"/>
                <a:gd name="connsiteY1" fmla="*/ 0 h 278553"/>
                <a:gd name="connsiteX2" fmla="*/ 1090013 w 1090013"/>
                <a:gd name="connsiteY2" fmla="*/ 278553 h 278553"/>
                <a:gd name="connsiteX3" fmla="*/ 0 w 1090013"/>
                <a:gd name="connsiteY3" fmla="*/ 278553 h 278553"/>
                <a:gd name="connsiteX4" fmla="*/ 0 w 1090013"/>
                <a:gd name="connsiteY4" fmla="*/ 0 h 278553"/>
                <a:gd name="connsiteX0" fmla="*/ 1090013 w 1181453"/>
                <a:gd name="connsiteY0" fmla="*/ 278553 h 369993"/>
                <a:gd name="connsiteX1" fmla="*/ 0 w 1181453"/>
                <a:gd name="connsiteY1" fmla="*/ 278553 h 369993"/>
                <a:gd name="connsiteX2" fmla="*/ 0 w 1181453"/>
                <a:gd name="connsiteY2" fmla="*/ 0 h 369993"/>
                <a:gd name="connsiteX3" fmla="*/ 1090013 w 1181453"/>
                <a:gd name="connsiteY3" fmla="*/ 0 h 369993"/>
                <a:gd name="connsiteX4" fmla="*/ 1181453 w 1181453"/>
                <a:gd name="connsiteY4" fmla="*/ 369993 h 369993"/>
                <a:gd name="connsiteX0" fmla="*/ 1090013 w 1090013"/>
                <a:gd name="connsiteY0" fmla="*/ 278553 h 278553"/>
                <a:gd name="connsiteX1" fmla="*/ 0 w 1090013"/>
                <a:gd name="connsiteY1" fmla="*/ 278553 h 278553"/>
                <a:gd name="connsiteX2" fmla="*/ 0 w 1090013"/>
                <a:gd name="connsiteY2" fmla="*/ 0 h 278553"/>
                <a:gd name="connsiteX3" fmla="*/ 1090013 w 1090013"/>
                <a:gd name="connsiteY3" fmla="*/ 0 h 27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0013" h="278553">
                  <a:moveTo>
                    <a:pt x="1090013" y="278553"/>
                  </a:moveTo>
                  <a:lnTo>
                    <a:pt x="0" y="278553"/>
                  </a:lnTo>
                  <a:lnTo>
                    <a:pt x="0" y="0"/>
                  </a:lnTo>
                  <a:lnTo>
                    <a:pt x="1090013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0386E25-BF3F-42B7-04EE-06B93F7A4A4F}"/>
                </a:ext>
              </a:extLst>
            </p:cNvPr>
            <p:cNvSpPr/>
            <p:nvPr/>
          </p:nvSpPr>
          <p:spPr>
            <a:xfrm>
              <a:off x="4432724" y="3916968"/>
              <a:ext cx="217198" cy="14816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cxnSp>
          <p:nvCxnSpPr>
            <p:cNvPr id="83" name="连接符: 肘形 82">
              <a:extLst>
                <a:ext uri="{FF2B5EF4-FFF2-40B4-BE49-F238E27FC236}">
                  <a16:creationId xmlns:a16="http://schemas.microsoft.com/office/drawing/2014/main" id="{6F9212CF-0CAC-2A91-F64B-B2B05FCB573B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rot="10800000" flipH="1" flipV="1">
              <a:off x="4360353" y="3476244"/>
              <a:ext cx="17768" cy="1047857"/>
            </a:xfrm>
            <a:prstGeom prst="bentConnector3">
              <a:avLst>
                <a:gd name="adj1" fmla="val -5267712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5E13F45C-8989-83A2-00D5-C4EAABCDE74D}"/>
                </a:ext>
              </a:extLst>
            </p:cNvPr>
            <p:cNvGrpSpPr/>
            <p:nvPr/>
          </p:nvGrpSpPr>
          <p:grpSpPr>
            <a:xfrm>
              <a:off x="4386204" y="4406845"/>
              <a:ext cx="1090013" cy="278553"/>
              <a:chOff x="4386204" y="4406845"/>
              <a:chExt cx="1090013" cy="278553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A9061DCE-E0FB-8C73-0D04-EF13CEFC81CA}"/>
                  </a:ext>
                </a:extLst>
              </p:cNvPr>
              <p:cNvSpPr/>
              <p:nvPr/>
            </p:nvSpPr>
            <p:spPr>
              <a:xfrm>
                <a:off x="4386204" y="4406845"/>
                <a:ext cx="1090013" cy="278553"/>
              </a:xfrm>
              <a:custGeom>
                <a:avLst/>
                <a:gdLst>
                  <a:gd name="connsiteX0" fmla="*/ 0 w 1090013"/>
                  <a:gd name="connsiteY0" fmla="*/ 0 h 278553"/>
                  <a:gd name="connsiteX1" fmla="*/ 1090013 w 1090013"/>
                  <a:gd name="connsiteY1" fmla="*/ 0 h 278553"/>
                  <a:gd name="connsiteX2" fmla="*/ 1090013 w 1090013"/>
                  <a:gd name="connsiteY2" fmla="*/ 278553 h 278553"/>
                  <a:gd name="connsiteX3" fmla="*/ 0 w 1090013"/>
                  <a:gd name="connsiteY3" fmla="*/ 278553 h 278553"/>
                  <a:gd name="connsiteX4" fmla="*/ 0 w 1090013"/>
                  <a:gd name="connsiteY4" fmla="*/ 0 h 278553"/>
                  <a:gd name="connsiteX0" fmla="*/ 1090013 w 1181453"/>
                  <a:gd name="connsiteY0" fmla="*/ 278553 h 369993"/>
                  <a:gd name="connsiteX1" fmla="*/ 0 w 1181453"/>
                  <a:gd name="connsiteY1" fmla="*/ 278553 h 369993"/>
                  <a:gd name="connsiteX2" fmla="*/ 0 w 1181453"/>
                  <a:gd name="connsiteY2" fmla="*/ 0 h 369993"/>
                  <a:gd name="connsiteX3" fmla="*/ 1090013 w 1181453"/>
                  <a:gd name="connsiteY3" fmla="*/ 0 h 369993"/>
                  <a:gd name="connsiteX4" fmla="*/ 1181453 w 1181453"/>
                  <a:gd name="connsiteY4" fmla="*/ 369993 h 369993"/>
                  <a:gd name="connsiteX0" fmla="*/ 1090013 w 1090013"/>
                  <a:gd name="connsiteY0" fmla="*/ 278553 h 278553"/>
                  <a:gd name="connsiteX1" fmla="*/ 0 w 1090013"/>
                  <a:gd name="connsiteY1" fmla="*/ 278553 h 278553"/>
                  <a:gd name="connsiteX2" fmla="*/ 0 w 1090013"/>
                  <a:gd name="connsiteY2" fmla="*/ 0 h 278553"/>
                  <a:gd name="connsiteX3" fmla="*/ 1090013 w 1090013"/>
                  <a:gd name="connsiteY3" fmla="*/ 0 h 278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0013" h="278553">
                    <a:moveTo>
                      <a:pt x="1090013" y="278553"/>
                    </a:moveTo>
                    <a:lnTo>
                      <a:pt x="0" y="278553"/>
                    </a:lnTo>
                    <a:lnTo>
                      <a:pt x="0" y="0"/>
                    </a:lnTo>
                    <a:lnTo>
                      <a:pt x="1090013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C951437-806B-75B6-B296-ACA9F9E9C8F0}"/>
                  </a:ext>
                </a:extLst>
              </p:cNvPr>
              <p:cNvSpPr/>
              <p:nvPr/>
            </p:nvSpPr>
            <p:spPr>
              <a:xfrm>
                <a:off x="4429400" y="4462704"/>
                <a:ext cx="217198" cy="14816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92BE5A46-35F2-053D-CE46-BD11595A241C}"/>
                  </a:ext>
                </a:extLst>
              </p:cNvPr>
              <p:cNvSpPr/>
              <p:nvPr/>
            </p:nvSpPr>
            <p:spPr>
              <a:xfrm>
                <a:off x="4708972" y="4462704"/>
                <a:ext cx="217198" cy="14816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9FE1B21F-85DC-DAA8-BE76-243760DF4DFA}"/>
                  </a:ext>
                </a:extLst>
              </p:cNvPr>
              <p:cNvSpPr/>
              <p:nvPr/>
            </p:nvSpPr>
            <p:spPr>
              <a:xfrm>
                <a:off x="4996046" y="4462704"/>
                <a:ext cx="217198" cy="14816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</p:grpSp>
        <p:cxnSp>
          <p:nvCxnSpPr>
            <p:cNvPr id="95" name="连接符: 肘形 94">
              <a:extLst>
                <a:ext uri="{FF2B5EF4-FFF2-40B4-BE49-F238E27FC236}">
                  <a16:creationId xmlns:a16="http://schemas.microsoft.com/office/drawing/2014/main" id="{3165B235-28F7-EAE9-2F59-2E1CA298371E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rot="10800000" flipH="1" flipV="1">
              <a:off x="4360352" y="3476244"/>
              <a:ext cx="21335" cy="516661"/>
            </a:xfrm>
            <a:prstGeom prst="bentConnector3">
              <a:avLst>
                <a:gd name="adj1" fmla="val -4360047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C1486C12-1CC6-DB09-4532-4162E4D63BD5}"/>
                </a:ext>
              </a:extLst>
            </p:cNvPr>
            <p:cNvSpPr/>
            <p:nvPr/>
          </p:nvSpPr>
          <p:spPr>
            <a:xfrm rot="2226915">
              <a:off x="4983801" y="3995205"/>
              <a:ext cx="727135" cy="1797408"/>
            </a:xfrm>
            <a:custGeom>
              <a:avLst/>
              <a:gdLst>
                <a:gd name="connsiteX0" fmla="*/ 0 w 1189777"/>
                <a:gd name="connsiteY0" fmla="*/ 813866 h 1627731"/>
                <a:gd name="connsiteX1" fmla="*/ 594889 w 1189777"/>
                <a:gd name="connsiteY1" fmla="*/ 0 h 1627731"/>
                <a:gd name="connsiteX2" fmla="*/ 1189778 w 1189777"/>
                <a:gd name="connsiteY2" fmla="*/ 813866 h 1627731"/>
                <a:gd name="connsiteX3" fmla="*/ 594889 w 1189777"/>
                <a:gd name="connsiteY3" fmla="*/ 1627732 h 1627731"/>
                <a:gd name="connsiteX4" fmla="*/ 0 w 1189777"/>
                <a:gd name="connsiteY4" fmla="*/ 813866 h 1627731"/>
                <a:gd name="connsiteX0" fmla="*/ 0 w 1189778"/>
                <a:gd name="connsiteY0" fmla="*/ 813866 h 1627732"/>
                <a:gd name="connsiteX1" fmla="*/ 594889 w 1189778"/>
                <a:gd name="connsiteY1" fmla="*/ 0 h 1627732"/>
                <a:gd name="connsiteX2" fmla="*/ 1189778 w 1189778"/>
                <a:gd name="connsiteY2" fmla="*/ 813866 h 1627732"/>
                <a:gd name="connsiteX3" fmla="*/ 594889 w 1189778"/>
                <a:gd name="connsiteY3" fmla="*/ 1627732 h 1627732"/>
                <a:gd name="connsiteX4" fmla="*/ 91440 w 1189778"/>
                <a:gd name="connsiteY4" fmla="*/ 905306 h 1627732"/>
                <a:gd name="connsiteX0" fmla="*/ 0 w 1189778"/>
                <a:gd name="connsiteY0" fmla="*/ 813866 h 1627732"/>
                <a:gd name="connsiteX1" fmla="*/ 594889 w 1189778"/>
                <a:gd name="connsiteY1" fmla="*/ 0 h 1627732"/>
                <a:gd name="connsiteX2" fmla="*/ 1189778 w 1189778"/>
                <a:gd name="connsiteY2" fmla="*/ 813866 h 1627732"/>
                <a:gd name="connsiteX3" fmla="*/ 594889 w 1189778"/>
                <a:gd name="connsiteY3" fmla="*/ 1627732 h 1627732"/>
                <a:gd name="connsiteX0" fmla="*/ 0 w 1189778"/>
                <a:gd name="connsiteY0" fmla="*/ 813866 h 1761217"/>
                <a:gd name="connsiteX1" fmla="*/ 594889 w 1189778"/>
                <a:gd name="connsiteY1" fmla="*/ 0 h 1761217"/>
                <a:gd name="connsiteX2" fmla="*/ 1189778 w 1189778"/>
                <a:gd name="connsiteY2" fmla="*/ 813866 h 1761217"/>
                <a:gd name="connsiteX3" fmla="*/ 580508 w 1189778"/>
                <a:gd name="connsiteY3" fmla="*/ 1761217 h 1761217"/>
                <a:gd name="connsiteX0" fmla="*/ 0 w 1189778"/>
                <a:gd name="connsiteY0" fmla="*/ 813866 h 1761217"/>
                <a:gd name="connsiteX1" fmla="*/ 594889 w 1189778"/>
                <a:gd name="connsiteY1" fmla="*/ 0 h 1761217"/>
                <a:gd name="connsiteX2" fmla="*/ 1189778 w 1189778"/>
                <a:gd name="connsiteY2" fmla="*/ 813866 h 1761217"/>
                <a:gd name="connsiteX3" fmla="*/ 580508 w 1189778"/>
                <a:gd name="connsiteY3" fmla="*/ 1761217 h 1761217"/>
                <a:gd name="connsiteX0" fmla="*/ 14381 w 609270"/>
                <a:gd name="connsiteY0" fmla="*/ 0 h 1761217"/>
                <a:gd name="connsiteX1" fmla="*/ 609270 w 609270"/>
                <a:gd name="connsiteY1" fmla="*/ 813866 h 1761217"/>
                <a:gd name="connsiteX2" fmla="*/ 0 w 609270"/>
                <a:gd name="connsiteY2" fmla="*/ 1761217 h 1761217"/>
                <a:gd name="connsiteX0" fmla="*/ 0 w 727135"/>
                <a:gd name="connsiteY0" fmla="*/ 0 h 1754899"/>
                <a:gd name="connsiteX1" fmla="*/ 727135 w 727135"/>
                <a:gd name="connsiteY1" fmla="*/ 807548 h 1754899"/>
                <a:gd name="connsiteX2" fmla="*/ 117865 w 727135"/>
                <a:gd name="connsiteY2" fmla="*/ 1754899 h 1754899"/>
                <a:gd name="connsiteX0" fmla="*/ 0 w 727135"/>
                <a:gd name="connsiteY0" fmla="*/ 17739 h 1772638"/>
                <a:gd name="connsiteX1" fmla="*/ 727135 w 727135"/>
                <a:gd name="connsiteY1" fmla="*/ 825287 h 1772638"/>
                <a:gd name="connsiteX2" fmla="*/ 117865 w 727135"/>
                <a:gd name="connsiteY2" fmla="*/ 1772638 h 1772638"/>
                <a:gd name="connsiteX0" fmla="*/ 0 w 727135"/>
                <a:gd name="connsiteY0" fmla="*/ 42509 h 1797408"/>
                <a:gd name="connsiteX1" fmla="*/ 727135 w 727135"/>
                <a:gd name="connsiteY1" fmla="*/ 850057 h 1797408"/>
                <a:gd name="connsiteX2" fmla="*/ 117865 w 727135"/>
                <a:gd name="connsiteY2" fmla="*/ 1797408 h 17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135" h="1797408">
                  <a:moveTo>
                    <a:pt x="0" y="42509"/>
                  </a:moveTo>
                  <a:cubicBezTo>
                    <a:pt x="528968" y="-159635"/>
                    <a:pt x="727135" y="400571"/>
                    <a:pt x="727135" y="850057"/>
                  </a:cubicBezTo>
                  <a:cubicBezTo>
                    <a:pt x="727135" y="1299543"/>
                    <a:pt x="334250" y="1658715"/>
                    <a:pt x="117865" y="17974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D77F4ED0-31AC-97C7-48FD-7344F064E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7493" y="4174168"/>
              <a:ext cx="0" cy="18749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3768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74" descr="手机屏幕的截图&#10;&#10;中度可信度描述已自动生成">
            <a:extLst>
              <a:ext uri="{FF2B5EF4-FFF2-40B4-BE49-F238E27FC236}">
                <a16:creationId xmlns:a16="http://schemas.microsoft.com/office/drawing/2014/main" id="{588DA35F-3409-3B51-B63B-BF04CB9C0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338" y="4882826"/>
            <a:ext cx="3084634" cy="982408"/>
          </a:xfrm>
          <a:prstGeom prst="rect">
            <a:avLst/>
          </a:prstGeom>
        </p:spPr>
      </p:pic>
      <p:sp>
        <p:nvSpPr>
          <p:cNvPr id="76" name="文本框 75">
            <a:extLst>
              <a:ext uri="{FF2B5EF4-FFF2-40B4-BE49-F238E27FC236}">
                <a16:creationId xmlns:a16="http://schemas.microsoft.com/office/drawing/2014/main" id="{3CD99E15-9929-1DC0-2D4F-007CD593916D}"/>
              </a:ext>
            </a:extLst>
          </p:cNvPr>
          <p:cNvSpPr txBox="1"/>
          <p:nvPr/>
        </p:nvSpPr>
        <p:spPr>
          <a:xfrm rot="16200000">
            <a:off x="4864789" y="4386215"/>
            <a:ext cx="400110" cy="53155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23B01CC6-1D90-6EE1-91CD-64724174ED3A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5163903" y="4203022"/>
            <a:ext cx="552637" cy="359094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7B471E0-AE9C-DDDB-0ED5-D5D889916636}"/>
              </a:ext>
            </a:extLst>
          </p:cNvPr>
          <p:cNvSpPr/>
          <p:nvPr/>
        </p:nvSpPr>
        <p:spPr>
          <a:xfrm rot="16200000">
            <a:off x="5396634" y="3593366"/>
            <a:ext cx="727200" cy="3031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时段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2B78F44-6C82-7798-A409-82AE049C9F65}"/>
              </a:ext>
            </a:extLst>
          </p:cNvPr>
          <p:cNvSpPr/>
          <p:nvPr/>
        </p:nvSpPr>
        <p:spPr>
          <a:xfrm rot="16200000">
            <a:off x="5867819" y="3585689"/>
            <a:ext cx="727200" cy="3031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频段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175A6F5-73C4-7CDF-6476-1AFA38999BCC}"/>
              </a:ext>
            </a:extLst>
          </p:cNvPr>
          <p:cNvSpPr/>
          <p:nvPr/>
        </p:nvSpPr>
        <p:spPr>
          <a:xfrm rot="16200000">
            <a:off x="5221239" y="2990235"/>
            <a:ext cx="990600" cy="1434973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A40F82F-AC3E-859B-5DF7-A3D45163F57F}"/>
              </a:ext>
            </a:extLst>
          </p:cNvPr>
          <p:cNvSpPr txBox="1"/>
          <p:nvPr/>
        </p:nvSpPr>
        <p:spPr>
          <a:xfrm rot="16200000">
            <a:off x="4910689" y="3603637"/>
            <a:ext cx="923330" cy="246221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</a:t>
            </a: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CD3C30E3-7EF8-AF49-F54C-79A7302DC369}"/>
              </a:ext>
            </a:extLst>
          </p:cNvPr>
          <p:cNvGrpSpPr/>
          <p:nvPr/>
        </p:nvGrpSpPr>
        <p:grpSpPr>
          <a:xfrm rot="16200000">
            <a:off x="7398409" y="2926138"/>
            <a:ext cx="727201" cy="1563171"/>
            <a:chOff x="6727527" y="3575975"/>
            <a:chExt cx="727201" cy="156317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FDA02A9-0A80-CE05-B406-BEA92A0E52B4}"/>
                </a:ext>
              </a:extLst>
            </p:cNvPr>
            <p:cNvSpPr/>
            <p:nvPr/>
          </p:nvSpPr>
          <p:spPr>
            <a:xfrm>
              <a:off x="6727528" y="3575975"/>
              <a:ext cx="727200" cy="30314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96BA078-7D90-8230-157C-F1916825576D}"/>
                </a:ext>
              </a:extLst>
            </p:cNvPr>
            <p:cNvSpPr/>
            <p:nvPr/>
          </p:nvSpPr>
          <p:spPr>
            <a:xfrm>
              <a:off x="6727527" y="3947975"/>
              <a:ext cx="726386" cy="5580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调制样式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C08C3313-2FA4-9D0D-0C3F-DFD313FE8CA6}"/>
                </a:ext>
              </a:extLst>
            </p:cNvPr>
            <p:cNvSpPr/>
            <p:nvPr/>
          </p:nvSpPr>
          <p:spPr>
            <a:xfrm>
              <a:off x="6727528" y="4581146"/>
              <a:ext cx="727200" cy="558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事件类型</a:t>
              </a:r>
            </a:p>
          </p:txBody>
        </p:sp>
      </p:grp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1DD1126-93BF-F06C-630D-A72A94C491E3}"/>
              </a:ext>
            </a:extLst>
          </p:cNvPr>
          <p:cNvSpPr/>
          <p:nvPr/>
        </p:nvSpPr>
        <p:spPr>
          <a:xfrm rot="16200000">
            <a:off x="7467885" y="2621309"/>
            <a:ext cx="990600" cy="2172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407A65C-3461-BC12-75B1-5F67267BADC5}"/>
              </a:ext>
            </a:extLst>
          </p:cNvPr>
          <p:cNvSpPr txBox="1"/>
          <p:nvPr/>
        </p:nvSpPr>
        <p:spPr>
          <a:xfrm rot="16200000">
            <a:off x="8337103" y="3584611"/>
            <a:ext cx="923330" cy="246221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</a:t>
            </a: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7F6D6E06-018A-398D-3AAA-EF91CA68F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7397260" y="4046658"/>
            <a:ext cx="864277" cy="2802857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C104957D-7883-78EB-05B8-30EBF9E3B778}"/>
              </a:ext>
            </a:extLst>
          </p:cNvPr>
          <p:cNvSpPr txBox="1"/>
          <p:nvPr/>
        </p:nvSpPr>
        <p:spPr>
          <a:xfrm rot="16200000">
            <a:off x="7775827" y="4446701"/>
            <a:ext cx="400110" cy="63094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倒排表</a:t>
            </a: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8907D5C6-D7DF-9075-6091-7DBAD70F0F8B}"/>
              </a:ext>
            </a:extLst>
          </p:cNvPr>
          <p:cNvCxnSpPr>
            <a:cxnSpLocks/>
          </p:cNvCxnSpPr>
          <p:nvPr/>
        </p:nvCxnSpPr>
        <p:spPr>
          <a:xfrm flipV="1">
            <a:off x="7910726" y="4290646"/>
            <a:ext cx="9713" cy="322581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9F585A35-7C61-1D9B-73CF-2D0ED30265A0}"/>
              </a:ext>
            </a:extLst>
          </p:cNvPr>
          <p:cNvSpPr/>
          <p:nvPr/>
        </p:nvSpPr>
        <p:spPr>
          <a:xfrm rot="16200000">
            <a:off x="3427849" y="3154945"/>
            <a:ext cx="727200" cy="11646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局部敏感哈希指纹</a:t>
            </a: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3F828639-781F-8CA5-1A76-A977BDCE78F0}"/>
              </a:ext>
            </a:extLst>
          </p:cNvPr>
          <p:cNvSpPr/>
          <p:nvPr/>
        </p:nvSpPr>
        <p:spPr>
          <a:xfrm rot="16200000">
            <a:off x="6264948" y="1288199"/>
            <a:ext cx="1549749" cy="4425950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6F9B61C-689B-674D-E273-223AC48AA059}"/>
              </a:ext>
            </a:extLst>
          </p:cNvPr>
          <p:cNvSpPr txBox="1"/>
          <p:nvPr/>
        </p:nvSpPr>
        <p:spPr>
          <a:xfrm rot="16200000">
            <a:off x="6769416" y="2387549"/>
            <a:ext cx="369332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结构化属性检索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CD822DD2-8BBA-8DD1-424A-42A3F0A436EE}"/>
              </a:ext>
            </a:extLst>
          </p:cNvPr>
          <p:cNvSpPr/>
          <p:nvPr/>
        </p:nvSpPr>
        <p:spPr>
          <a:xfrm rot="16200000">
            <a:off x="2986591" y="2678913"/>
            <a:ext cx="1609717" cy="1704491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986EF9E-07C1-7539-7554-4A21ED61AB81}"/>
              </a:ext>
            </a:extLst>
          </p:cNvPr>
          <p:cNvSpPr txBox="1"/>
          <p:nvPr/>
        </p:nvSpPr>
        <p:spPr>
          <a:xfrm rot="16200000">
            <a:off x="3606782" y="2464493"/>
            <a:ext cx="369332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频谱相似检索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07CA873-8CE0-E566-E119-10296F5CB1CF}"/>
              </a:ext>
            </a:extLst>
          </p:cNvPr>
          <p:cNvSpPr txBox="1"/>
          <p:nvPr/>
        </p:nvSpPr>
        <p:spPr>
          <a:xfrm rot="16200000">
            <a:off x="5040089" y="277227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</a:p>
        </p:txBody>
      </p:sp>
    </p:spTree>
    <p:extLst>
      <p:ext uri="{BB962C8B-B14F-4D97-AF65-F5344CB8AC3E}">
        <p14:creationId xmlns:p14="http://schemas.microsoft.com/office/powerpoint/2010/main" val="2544447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2ED09873-40E9-DFBD-B82D-EBA2C924B5AC}"/>
              </a:ext>
            </a:extLst>
          </p:cNvPr>
          <p:cNvGrpSpPr/>
          <p:nvPr/>
        </p:nvGrpSpPr>
        <p:grpSpPr>
          <a:xfrm>
            <a:off x="1496011" y="2627090"/>
            <a:ext cx="5290327" cy="1706200"/>
            <a:chOff x="1496011" y="2627090"/>
            <a:chExt cx="5290327" cy="1706200"/>
          </a:xfrm>
        </p:grpSpPr>
        <p:sp>
          <p:nvSpPr>
            <p:cNvPr id="5" name="Rectangle 1">
              <a:extLst>
                <a:ext uri="{FF2B5EF4-FFF2-40B4-BE49-F238E27FC236}">
                  <a16:creationId xmlns:a16="http://schemas.microsoft.com/office/drawing/2014/main" id="{9ACD19A2-6DA6-9985-4CDC-B8CE2FABF32D}"/>
                </a:ext>
              </a:extLst>
            </p:cNvPr>
            <p:cNvSpPr/>
            <p:nvPr/>
          </p:nvSpPr>
          <p:spPr>
            <a:xfrm>
              <a:off x="3971637" y="2627090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59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92B107C7-3F07-19BC-E190-09A876576B78}"/>
                </a:ext>
              </a:extLst>
            </p:cNvPr>
            <p:cNvSpPr/>
            <p:nvPr/>
          </p:nvSpPr>
          <p:spPr>
            <a:xfrm>
              <a:off x="2570541" y="310801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15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CB48EDD2-EBD6-0F5D-5B62-47BDE17BCFE4}"/>
                </a:ext>
              </a:extLst>
            </p:cNvPr>
            <p:cNvSpPr/>
            <p:nvPr/>
          </p:nvSpPr>
          <p:spPr>
            <a:xfrm>
              <a:off x="2980329" y="310801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44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A6177274-5FAD-B50E-6270-12828375BE33}"/>
                </a:ext>
              </a:extLst>
            </p:cNvPr>
            <p:cNvSpPr/>
            <p:nvPr/>
          </p:nvSpPr>
          <p:spPr>
            <a:xfrm>
              <a:off x="5045528" y="306356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72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309401BE-300D-A5E1-46F4-BD26E4879E10}"/>
                </a:ext>
              </a:extLst>
            </p:cNvPr>
            <p:cNvSpPr/>
            <p:nvPr/>
          </p:nvSpPr>
          <p:spPr>
            <a:xfrm>
              <a:off x="5455316" y="306356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97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62B15E44-046E-A103-F841-6472C975B03D}"/>
                </a:ext>
              </a:extLst>
            </p:cNvPr>
            <p:cNvSpPr/>
            <p:nvPr/>
          </p:nvSpPr>
          <p:spPr>
            <a:xfrm>
              <a:off x="1496011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1</a:t>
              </a:r>
              <a:r>
                <a:rPr lang="en-US" sz="1400" b="1" dirty="0">
                  <a:solidFill>
                    <a:srgbClr val="FFFFFF"/>
                  </a:solidFill>
                </a:rPr>
                <a:t>0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354CEFD7-C301-E158-7EFE-B00E147E04BC}"/>
                </a:ext>
              </a:extLst>
            </p:cNvPr>
            <p:cNvSpPr/>
            <p:nvPr/>
          </p:nvSpPr>
          <p:spPr>
            <a:xfrm>
              <a:off x="1826017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15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B7A686F7-F05B-E954-0C91-C6BEFDC7AA58}"/>
                </a:ext>
              </a:extLst>
            </p:cNvPr>
            <p:cNvSpPr/>
            <p:nvPr/>
          </p:nvSpPr>
          <p:spPr>
            <a:xfrm>
              <a:off x="1496011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32">
              <a:extLst>
                <a:ext uri="{FF2B5EF4-FFF2-40B4-BE49-F238E27FC236}">
                  <a16:creationId xmlns:a16="http://schemas.microsoft.com/office/drawing/2014/main" id="{70ED9AE9-BFC1-EBD6-2431-19BE0F51B70D}"/>
                </a:ext>
              </a:extLst>
            </p:cNvPr>
            <p:cNvSpPr/>
            <p:nvPr/>
          </p:nvSpPr>
          <p:spPr>
            <a:xfrm>
              <a:off x="1826017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064731BE-7B03-BF95-5C6B-7F693696F1FB}"/>
                </a:ext>
              </a:extLst>
            </p:cNvPr>
            <p:cNvSpPr/>
            <p:nvPr/>
          </p:nvSpPr>
          <p:spPr>
            <a:xfrm>
              <a:off x="2410282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21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EADD1829-7F6F-EEF3-9C4C-77B96B1CD7EA}"/>
                </a:ext>
              </a:extLst>
            </p:cNvPr>
            <p:cNvSpPr/>
            <p:nvPr/>
          </p:nvSpPr>
          <p:spPr>
            <a:xfrm>
              <a:off x="2759123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37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7464E1B1-291D-4385-7712-586E9F4204DA}"/>
                </a:ext>
              </a:extLst>
            </p:cNvPr>
            <p:cNvSpPr/>
            <p:nvPr/>
          </p:nvSpPr>
          <p:spPr>
            <a:xfrm>
              <a:off x="3089129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44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34">
              <a:extLst>
                <a:ext uri="{FF2B5EF4-FFF2-40B4-BE49-F238E27FC236}">
                  <a16:creationId xmlns:a16="http://schemas.microsoft.com/office/drawing/2014/main" id="{7AE8C949-98C4-E8C7-1598-DA845A54D42F}"/>
                </a:ext>
              </a:extLst>
            </p:cNvPr>
            <p:cNvSpPr/>
            <p:nvPr/>
          </p:nvSpPr>
          <p:spPr>
            <a:xfrm>
              <a:off x="2410282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36">
              <a:extLst>
                <a:ext uri="{FF2B5EF4-FFF2-40B4-BE49-F238E27FC236}">
                  <a16:creationId xmlns:a16="http://schemas.microsoft.com/office/drawing/2014/main" id="{C1540E19-06B3-078A-DDF8-02616BBC73CA}"/>
                </a:ext>
              </a:extLst>
            </p:cNvPr>
            <p:cNvSpPr/>
            <p:nvPr/>
          </p:nvSpPr>
          <p:spPr>
            <a:xfrm>
              <a:off x="2759123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38">
              <a:extLst>
                <a:ext uri="{FF2B5EF4-FFF2-40B4-BE49-F238E27FC236}">
                  <a16:creationId xmlns:a16="http://schemas.microsoft.com/office/drawing/2014/main" id="{CD63FBC2-33FC-C6D1-CB82-723AA6105AB7}"/>
                </a:ext>
              </a:extLst>
            </p:cNvPr>
            <p:cNvSpPr/>
            <p:nvPr/>
          </p:nvSpPr>
          <p:spPr>
            <a:xfrm>
              <a:off x="3089129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DE7BCECE-26DA-C408-35C1-2432969041E6}"/>
                </a:ext>
              </a:extLst>
            </p:cNvPr>
            <p:cNvSpPr/>
            <p:nvPr/>
          </p:nvSpPr>
          <p:spPr>
            <a:xfrm>
              <a:off x="3734341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51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1" name="Rectangle 14">
              <a:extLst>
                <a:ext uri="{FF2B5EF4-FFF2-40B4-BE49-F238E27FC236}">
                  <a16:creationId xmlns:a16="http://schemas.microsoft.com/office/drawing/2014/main" id="{3A8B5788-0F63-A79D-6F20-D5AC70712F6D}"/>
                </a:ext>
              </a:extLst>
            </p:cNvPr>
            <p:cNvSpPr/>
            <p:nvPr/>
          </p:nvSpPr>
          <p:spPr>
            <a:xfrm>
              <a:off x="4064346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5</a:t>
              </a:r>
              <a:r>
                <a:rPr lang="en-US" sz="1400" b="1" dirty="0">
                  <a:solidFill>
                    <a:srgbClr val="FFFFFF"/>
                  </a:solidFill>
                </a:rPr>
                <a:t>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2" name="Rectangle 40">
              <a:extLst>
                <a:ext uri="{FF2B5EF4-FFF2-40B4-BE49-F238E27FC236}">
                  <a16:creationId xmlns:a16="http://schemas.microsoft.com/office/drawing/2014/main" id="{0427A5D6-BA70-C378-1003-12A570152B79}"/>
                </a:ext>
              </a:extLst>
            </p:cNvPr>
            <p:cNvSpPr/>
            <p:nvPr/>
          </p:nvSpPr>
          <p:spPr>
            <a:xfrm>
              <a:off x="3734341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42">
              <a:extLst>
                <a:ext uri="{FF2B5EF4-FFF2-40B4-BE49-F238E27FC236}">
                  <a16:creationId xmlns:a16="http://schemas.microsoft.com/office/drawing/2014/main" id="{93E224A5-C6FD-0DA2-628E-F6D9554E0E79}"/>
                </a:ext>
              </a:extLst>
            </p:cNvPr>
            <p:cNvSpPr/>
            <p:nvPr/>
          </p:nvSpPr>
          <p:spPr>
            <a:xfrm>
              <a:off x="4064346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11425A1F-80DD-4D3C-524C-F0FB0B09F903}"/>
                </a:ext>
              </a:extLst>
            </p:cNvPr>
            <p:cNvSpPr/>
            <p:nvPr/>
          </p:nvSpPr>
          <p:spPr>
            <a:xfrm>
              <a:off x="4648611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63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5" name="Rectangle 16">
              <a:extLst>
                <a:ext uri="{FF2B5EF4-FFF2-40B4-BE49-F238E27FC236}">
                  <a16:creationId xmlns:a16="http://schemas.microsoft.com/office/drawing/2014/main" id="{5B323255-9198-857B-8A6B-393BA4407D4C}"/>
                </a:ext>
              </a:extLst>
            </p:cNvPr>
            <p:cNvSpPr/>
            <p:nvPr/>
          </p:nvSpPr>
          <p:spPr>
            <a:xfrm>
              <a:off x="4978617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72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6" name="Rectangle 44">
              <a:extLst>
                <a:ext uri="{FF2B5EF4-FFF2-40B4-BE49-F238E27FC236}">
                  <a16:creationId xmlns:a16="http://schemas.microsoft.com/office/drawing/2014/main" id="{DACAF11F-FBE7-B928-7996-445362B6005C}"/>
                </a:ext>
              </a:extLst>
            </p:cNvPr>
            <p:cNvSpPr/>
            <p:nvPr/>
          </p:nvSpPr>
          <p:spPr>
            <a:xfrm>
              <a:off x="4648611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5D575C0C-8BA0-9F1D-2BF3-250E357683A0}"/>
                </a:ext>
              </a:extLst>
            </p:cNvPr>
            <p:cNvSpPr/>
            <p:nvPr/>
          </p:nvSpPr>
          <p:spPr>
            <a:xfrm>
              <a:off x="4978617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9">
              <a:extLst>
                <a:ext uri="{FF2B5EF4-FFF2-40B4-BE49-F238E27FC236}">
                  <a16:creationId xmlns:a16="http://schemas.microsoft.com/office/drawing/2014/main" id="{4AD23A1A-336D-7DB8-06FC-F529EBE03F54}"/>
                </a:ext>
              </a:extLst>
            </p:cNvPr>
            <p:cNvSpPr/>
            <p:nvPr/>
          </p:nvSpPr>
          <p:spPr>
            <a:xfrm>
              <a:off x="5832585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85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9" name="Rectangle 20">
              <a:extLst>
                <a:ext uri="{FF2B5EF4-FFF2-40B4-BE49-F238E27FC236}">
                  <a16:creationId xmlns:a16="http://schemas.microsoft.com/office/drawing/2014/main" id="{D858B1E2-352A-089D-912B-041C3500EFB6}"/>
                </a:ext>
              </a:extLst>
            </p:cNvPr>
            <p:cNvSpPr/>
            <p:nvPr/>
          </p:nvSpPr>
          <p:spPr>
            <a:xfrm>
              <a:off x="6162590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91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E9D618C4-8A3A-E86B-B410-80A6164A291F}"/>
                </a:ext>
              </a:extLst>
            </p:cNvPr>
            <p:cNvSpPr/>
            <p:nvPr/>
          </p:nvSpPr>
          <p:spPr>
            <a:xfrm>
              <a:off x="6492596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97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410710D9-AE3B-4EC5-1C6F-5F6137DE29FA}"/>
                </a:ext>
              </a:extLst>
            </p:cNvPr>
            <p:cNvSpPr/>
            <p:nvPr/>
          </p:nvSpPr>
          <p:spPr>
            <a:xfrm>
              <a:off x="5832585" y="407449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54">
              <a:extLst>
                <a:ext uri="{FF2B5EF4-FFF2-40B4-BE49-F238E27FC236}">
                  <a16:creationId xmlns:a16="http://schemas.microsoft.com/office/drawing/2014/main" id="{3FDE60D3-2AC7-9D7E-DB51-0E22DB516159}"/>
                </a:ext>
              </a:extLst>
            </p:cNvPr>
            <p:cNvSpPr/>
            <p:nvPr/>
          </p:nvSpPr>
          <p:spPr>
            <a:xfrm>
              <a:off x="6162590" y="407449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D02A3FA6-92B5-C15E-BD87-A2FBD517E12A}"/>
                </a:ext>
              </a:extLst>
            </p:cNvPr>
            <p:cNvSpPr/>
            <p:nvPr/>
          </p:nvSpPr>
          <p:spPr>
            <a:xfrm>
              <a:off x="6492596" y="407449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BD027DCA-6F54-62A2-44B4-232F27B664FF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 flipH="1">
              <a:off x="3176157" y="2930917"/>
              <a:ext cx="769821" cy="1770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35ECC86B-48B3-2D6D-A3F2-1A1E3ECDD942}"/>
                </a:ext>
              </a:extLst>
            </p:cNvPr>
            <p:cNvCxnSpPr>
              <a:cxnSpLocks/>
            </p:cNvCxnSpPr>
            <p:nvPr/>
          </p:nvCxnSpPr>
          <p:spPr>
            <a:xfrm>
              <a:off x="4390490" y="2943392"/>
              <a:ext cx="1064826" cy="104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7259A9F-4D77-ADF5-5D5E-2E70EEE5C279}"/>
                </a:ext>
              </a:extLst>
            </p:cNvPr>
            <p:cNvCxnSpPr>
              <a:cxnSpLocks/>
              <a:endCxn id="59" idx="3"/>
            </p:cNvCxnSpPr>
            <p:nvPr/>
          </p:nvCxnSpPr>
          <p:spPr>
            <a:xfrm flipH="1">
              <a:off x="1817211" y="3290966"/>
              <a:ext cx="752560" cy="287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C155CA01-1249-D806-CAD9-DB11E96D9C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8290" y="3379866"/>
              <a:ext cx="89105" cy="1989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D9BAABDA-F70D-6349-7596-685393FE4051}"/>
                </a:ext>
              </a:extLst>
            </p:cNvPr>
            <p:cNvSpPr/>
            <p:nvPr/>
          </p:nvSpPr>
          <p:spPr>
            <a:xfrm>
              <a:off x="3393500" y="310801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59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9" name="Rectangle 1">
              <a:extLst>
                <a:ext uri="{FF2B5EF4-FFF2-40B4-BE49-F238E27FC236}">
                  <a16:creationId xmlns:a16="http://schemas.microsoft.com/office/drawing/2014/main" id="{BFD477FA-7EF7-864D-C230-4F193921AB35}"/>
                </a:ext>
              </a:extLst>
            </p:cNvPr>
            <p:cNvSpPr/>
            <p:nvPr/>
          </p:nvSpPr>
          <p:spPr>
            <a:xfrm>
              <a:off x="4390490" y="2627090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97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21685E6-1876-BD7F-6AE3-0E65D518D558}"/>
                </a:ext>
              </a:extLst>
            </p:cNvPr>
            <p:cNvCxnSpPr>
              <a:cxnSpLocks/>
            </p:cNvCxnSpPr>
            <p:nvPr/>
          </p:nvCxnSpPr>
          <p:spPr>
            <a:xfrm>
              <a:off x="5504102" y="3393484"/>
              <a:ext cx="798624" cy="1853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D2275B98-ADE6-1989-DC12-61B3769F8AB4}"/>
                </a:ext>
              </a:extLst>
            </p:cNvPr>
            <p:cNvCxnSpPr>
              <a:cxnSpLocks/>
              <a:stCxn id="71" idx="2"/>
              <a:endCxn id="73" idx="2"/>
            </p:cNvCxnSpPr>
            <p:nvPr/>
          </p:nvCxnSpPr>
          <p:spPr>
            <a:xfrm flipH="1">
              <a:off x="2728278" y="3430037"/>
              <a:ext cx="268486" cy="1657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96DE03DE-CBDB-5EDA-1860-CCA7C7D3B0C0}"/>
                </a:ext>
              </a:extLst>
            </p:cNvPr>
            <p:cNvCxnSpPr>
              <a:cxnSpLocks/>
            </p:cNvCxnSpPr>
            <p:nvPr/>
          </p:nvCxnSpPr>
          <p:spPr>
            <a:xfrm>
              <a:off x="3409018" y="3424316"/>
              <a:ext cx="619064" cy="1545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83DEACD2-CB1C-952F-C6A5-23B912AD8CD6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1642497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73F40FCA-01B6-036D-0A36-C0D351DCEDB6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972503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1B8C9560-87C5-31BB-C94C-3FECC6FF21B2}"/>
                </a:ext>
              </a:extLst>
            </p:cNvPr>
            <p:cNvCxnSpPr>
              <a:cxnSpLocks/>
              <a:stCxn id="14" idx="2"/>
              <a:endCxn id="17" idx="0"/>
            </p:cNvCxnSpPr>
            <p:nvPr/>
          </p:nvCxnSpPr>
          <p:spPr>
            <a:xfrm>
              <a:off x="2556768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AF6AA7FC-C052-1D8F-7DB2-78951838B802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>
              <a:off x="2905609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F07EC4DD-80F9-FFA8-F9DF-19F30ADC3AE2}"/>
                </a:ext>
              </a:extLst>
            </p:cNvPr>
            <p:cNvCxnSpPr>
              <a:cxnSpLocks/>
              <a:stCxn id="16" idx="2"/>
              <a:endCxn id="19" idx="0"/>
            </p:cNvCxnSpPr>
            <p:nvPr/>
          </p:nvCxnSpPr>
          <p:spPr>
            <a:xfrm>
              <a:off x="3235615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3D4E8956-6E42-AAEC-609A-09D178EAB12F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>
              <a:off x="3880827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3EA3A01-FF2D-F3FB-1E98-E6E459D7569F}"/>
                </a:ext>
              </a:extLst>
            </p:cNvPr>
            <p:cNvCxnSpPr>
              <a:cxnSpLocks/>
              <a:stCxn id="21" idx="2"/>
              <a:endCxn id="23" idx="0"/>
            </p:cNvCxnSpPr>
            <p:nvPr/>
          </p:nvCxnSpPr>
          <p:spPr>
            <a:xfrm>
              <a:off x="4210832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8A30E4C-6B75-AC2C-3844-CD7EC7FD3695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>
              <a:off x="4795097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000B753F-DF20-3A38-7596-8C6D42AB6462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>
              <a:off x="5125103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2314D20A-02B4-E5EA-2870-8320A04BD807}"/>
                </a:ext>
              </a:extLst>
            </p:cNvPr>
            <p:cNvCxnSpPr>
              <a:cxnSpLocks/>
              <a:stCxn id="28" idx="2"/>
              <a:endCxn id="31" idx="0"/>
            </p:cNvCxnSpPr>
            <p:nvPr/>
          </p:nvCxnSpPr>
          <p:spPr>
            <a:xfrm>
              <a:off x="5979071" y="3836944"/>
              <a:ext cx="385" cy="23755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BDF6DA7-19A7-8243-97DB-B5F23724DBF2}"/>
                </a:ext>
              </a:extLst>
            </p:cNvPr>
            <p:cNvCxnSpPr>
              <a:cxnSpLocks/>
              <a:stCxn id="29" idx="2"/>
              <a:endCxn id="32" idx="0"/>
            </p:cNvCxnSpPr>
            <p:nvPr/>
          </p:nvCxnSpPr>
          <p:spPr>
            <a:xfrm>
              <a:off x="6309076" y="3836944"/>
              <a:ext cx="385" cy="23755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4632A934-BF87-D09D-8F43-F34491C1BB6A}"/>
                </a:ext>
              </a:extLst>
            </p:cNvPr>
            <p:cNvCxnSpPr>
              <a:cxnSpLocks/>
              <a:stCxn id="30" idx="2"/>
              <a:endCxn id="33" idx="0"/>
            </p:cNvCxnSpPr>
            <p:nvPr/>
          </p:nvCxnSpPr>
          <p:spPr>
            <a:xfrm>
              <a:off x="6639082" y="3836944"/>
              <a:ext cx="385" cy="23755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51CF93EE-8452-DF70-1507-D66F70009CB4}"/>
                </a:ext>
              </a:extLst>
            </p:cNvPr>
            <p:cNvSpPr txBox="1"/>
            <p:nvPr/>
          </p:nvSpPr>
          <p:spPr>
            <a:xfrm>
              <a:off x="1632480" y="339348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10D1195A-7774-6F7D-2145-49870440514D}"/>
                </a:ext>
              </a:extLst>
            </p:cNvPr>
            <p:cNvSpPr txBox="1"/>
            <p:nvPr/>
          </p:nvSpPr>
          <p:spPr>
            <a:xfrm>
              <a:off x="2904398" y="3060705"/>
              <a:ext cx="1847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313659F5-21C8-A900-F01F-6661C35C4238}"/>
                </a:ext>
              </a:extLst>
            </p:cNvPr>
            <p:cNvSpPr txBox="1"/>
            <p:nvPr/>
          </p:nvSpPr>
          <p:spPr>
            <a:xfrm>
              <a:off x="2635912" y="3226443"/>
              <a:ext cx="1847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endParaRPr lang="zh-CN" altLang="en-US" dirty="0"/>
            </a:p>
          </p:txBody>
        </p: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C8D37168-49BE-D915-8E64-0320E6CF81DF}"/>
                </a:ext>
              </a:extLst>
            </p:cNvPr>
            <p:cNvCxnSpPr>
              <a:cxnSpLocks/>
              <a:stCxn id="11" idx="3"/>
              <a:endCxn id="14" idx="1"/>
            </p:cNvCxnSpPr>
            <p:nvPr/>
          </p:nvCxnSpPr>
          <p:spPr>
            <a:xfrm>
              <a:off x="2118988" y="3707887"/>
              <a:ext cx="291294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35F307D2-E8E3-7E83-0CD2-31AE28854DCE}"/>
                </a:ext>
              </a:extLst>
            </p:cNvPr>
            <p:cNvCxnSpPr>
              <a:cxnSpLocks/>
              <a:stCxn id="16" idx="3"/>
              <a:endCxn id="20" idx="1"/>
            </p:cNvCxnSpPr>
            <p:nvPr/>
          </p:nvCxnSpPr>
          <p:spPr>
            <a:xfrm>
              <a:off x="3382100" y="3707887"/>
              <a:ext cx="352241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60E45F95-736E-9E87-9767-5FD3294891A3}"/>
                </a:ext>
              </a:extLst>
            </p:cNvPr>
            <p:cNvCxnSpPr>
              <a:cxnSpLocks/>
              <a:stCxn id="21" idx="3"/>
              <a:endCxn id="24" idx="1"/>
            </p:cNvCxnSpPr>
            <p:nvPr/>
          </p:nvCxnSpPr>
          <p:spPr>
            <a:xfrm>
              <a:off x="4357317" y="3707887"/>
              <a:ext cx="291294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00123BB2-CFE9-872F-4879-36EA5586E170}"/>
                </a:ext>
              </a:extLst>
            </p:cNvPr>
            <p:cNvCxnSpPr>
              <a:cxnSpLocks/>
              <a:stCxn id="25" idx="3"/>
              <a:endCxn id="28" idx="1"/>
            </p:cNvCxnSpPr>
            <p:nvPr/>
          </p:nvCxnSpPr>
          <p:spPr>
            <a:xfrm>
              <a:off x="5271588" y="3707887"/>
              <a:ext cx="560997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470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B9D9D9C-4F2F-893E-27BC-FA264B221DC7}"/>
              </a:ext>
            </a:extLst>
          </p:cNvPr>
          <p:cNvGrpSpPr/>
          <p:nvPr/>
        </p:nvGrpSpPr>
        <p:grpSpPr>
          <a:xfrm>
            <a:off x="6661150" y="1045656"/>
            <a:ext cx="1566099" cy="5035104"/>
            <a:chOff x="6661150" y="1045656"/>
            <a:chExt cx="1566099" cy="5035104"/>
          </a:xfrm>
        </p:grpSpPr>
        <p:sp>
          <p:nvSpPr>
            <p:cNvPr id="5" name="Rectangle 20">
              <a:extLst>
                <a:ext uri="{FF2B5EF4-FFF2-40B4-BE49-F238E27FC236}">
                  <a16:creationId xmlns:a16="http://schemas.microsoft.com/office/drawing/2014/main" id="{FFF01E30-6E15-5C73-6581-DAEC90B3E6BA}"/>
                </a:ext>
              </a:extLst>
            </p:cNvPr>
            <p:cNvSpPr/>
            <p:nvPr/>
          </p:nvSpPr>
          <p:spPr>
            <a:xfrm>
              <a:off x="6661150" y="169164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站1</a:t>
              </a:r>
            </a:p>
          </p:txBody>
        </p:sp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41C128F0-EEA3-DBF1-F0E1-5AB0809B2C9B}"/>
                </a:ext>
              </a:extLst>
            </p:cNvPr>
            <p:cNvSpPr/>
            <p:nvPr/>
          </p:nvSpPr>
          <p:spPr>
            <a:xfrm>
              <a:off x="7345679" y="169164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</a:p>
          </p:txBody>
        </p:sp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602BF43F-2D71-01BE-D2AA-CD2BA38EDE7C}"/>
                </a:ext>
              </a:extLst>
            </p:cNvPr>
            <p:cNvSpPr/>
            <p:nvPr/>
          </p:nvSpPr>
          <p:spPr>
            <a:xfrm>
              <a:off x="7816849" y="169164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d4</a:t>
              </a:r>
            </a:p>
          </p:txBody>
        </p:sp>
        <p:sp>
          <p:nvSpPr>
            <p:cNvPr id="8" name="Rectangle 24">
              <a:extLst>
                <a:ext uri="{FF2B5EF4-FFF2-40B4-BE49-F238E27FC236}">
                  <a16:creationId xmlns:a16="http://schemas.microsoft.com/office/drawing/2014/main" id="{A1517241-D5C2-B7A4-CCF5-5B10FDA1909D}"/>
                </a:ext>
              </a:extLst>
            </p:cNvPr>
            <p:cNvSpPr/>
            <p:nvPr/>
          </p:nvSpPr>
          <p:spPr>
            <a:xfrm>
              <a:off x="6661150" y="214122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站2</a:t>
              </a:r>
            </a:p>
          </p:txBody>
        </p:sp>
        <p:sp>
          <p:nvSpPr>
            <p:cNvPr id="9" name="Rectangle 26">
              <a:extLst>
                <a:ext uri="{FF2B5EF4-FFF2-40B4-BE49-F238E27FC236}">
                  <a16:creationId xmlns:a16="http://schemas.microsoft.com/office/drawing/2014/main" id="{51BC9811-A8AD-5334-7040-68701A9E2281}"/>
                </a:ext>
              </a:extLst>
            </p:cNvPr>
            <p:cNvSpPr/>
            <p:nvPr/>
          </p:nvSpPr>
          <p:spPr>
            <a:xfrm>
              <a:off x="7345679" y="214122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d2</a:t>
              </a:r>
            </a:p>
          </p:txBody>
        </p: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3636F3C5-9F11-E075-4626-C1EE797CC742}"/>
                </a:ext>
              </a:extLst>
            </p:cNvPr>
            <p:cNvSpPr/>
            <p:nvPr/>
          </p:nvSpPr>
          <p:spPr>
            <a:xfrm>
              <a:off x="7816849" y="214122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</a:p>
          </p:txBody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3114F5B2-57B8-52D4-E560-968381A09CE1}"/>
                </a:ext>
              </a:extLst>
            </p:cNvPr>
            <p:cNvSpPr/>
            <p:nvPr/>
          </p:nvSpPr>
          <p:spPr>
            <a:xfrm>
              <a:off x="6661150" y="259080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站3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D098D968-AD9C-6927-DE22-EB683C1C19BF}"/>
                </a:ext>
              </a:extLst>
            </p:cNvPr>
            <p:cNvSpPr/>
            <p:nvPr/>
          </p:nvSpPr>
          <p:spPr>
            <a:xfrm>
              <a:off x="7345679" y="259080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d3</a:t>
              </a:r>
            </a:p>
          </p:txBody>
        </p:sp>
        <p:sp>
          <p:nvSpPr>
            <p:cNvPr id="15" name="Rectangle 33">
              <a:extLst>
                <a:ext uri="{FF2B5EF4-FFF2-40B4-BE49-F238E27FC236}">
                  <a16:creationId xmlns:a16="http://schemas.microsoft.com/office/drawing/2014/main" id="{EB032E8A-39B1-99F9-21CF-B57446621955}"/>
                </a:ext>
              </a:extLst>
            </p:cNvPr>
            <p:cNvSpPr/>
            <p:nvPr/>
          </p:nvSpPr>
          <p:spPr>
            <a:xfrm>
              <a:off x="6661150" y="323088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6A1B9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FM</a:t>
              </a:r>
            </a:p>
          </p:txBody>
        </p:sp>
        <p:sp>
          <p:nvSpPr>
            <p:cNvPr id="16" name="Rectangle 35">
              <a:extLst>
                <a:ext uri="{FF2B5EF4-FFF2-40B4-BE49-F238E27FC236}">
                  <a16:creationId xmlns:a16="http://schemas.microsoft.com/office/drawing/2014/main" id="{BCE58E72-4155-2393-C482-0377C2447AD9}"/>
                </a:ext>
              </a:extLst>
            </p:cNvPr>
            <p:cNvSpPr/>
            <p:nvPr/>
          </p:nvSpPr>
          <p:spPr>
            <a:xfrm>
              <a:off x="7345679" y="323088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</a:p>
          </p:txBody>
        </p:sp>
        <p:sp>
          <p:nvSpPr>
            <p:cNvPr id="17" name="Rectangle 36">
              <a:extLst>
                <a:ext uri="{FF2B5EF4-FFF2-40B4-BE49-F238E27FC236}">
                  <a16:creationId xmlns:a16="http://schemas.microsoft.com/office/drawing/2014/main" id="{418564F5-91F5-31E3-44C9-6D52C3E04E69}"/>
                </a:ext>
              </a:extLst>
            </p:cNvPr>
            <p:cNvSpPr/>
            <p:nvPr/>
          </p:nvSpPr>
          <p:spPr>
            <a:xfrm>
              <a:off x="7816849" y="323088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d3</a:t>
              </a:r>
            </a:p>
          </p:txBody>
        </p:sp>
        <p:sp>
          <p:nvSpPr>
            <p:cNvPr id="19" name="Rectangle 38">
              <a:extLst>
                <a:ext uri="{FF2B5EF4-FFF2-40B4-BE49-F238E27FC236}">
                  <a16:creationId xmlns:a16="http://schemas.microsoft.com/office/drawing/2014/main" id="{0DA2FC4E-65C1-CECD-4404-9BB560780C9C}"/>
                </a:ext>
              </a:extLst>
            </p:cNvPr>
            <p:cNvSpPr/>
            <p:nvPr/>
          </p:nvSpPr>
          <p:spPr>
            <a:xfrm>
              <a:off x="6661150" y="368046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6A1B9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AM</a:t>
              </a:r>
            </a:p>
          </p:txBody>
        </p:sp>
        <p:sp>
          <p:nvSpPr>
            <p:cNvPr id="20" name="Rectangle 40">
              <a:extLst>
                <a:ext uri="{FF2B5EF4-FFF2-40B4-BE49-F238E27FC236}">
                  <a16:creationId xmlns:a16="http://schemas.microsoft.com/office/drawing/2014/main" id="{494418D8-966D-8506-20D6-644074D8F2AA}"/>
                </a:ext>
              </a:extLst>
            </p:cNvPr>
            <p:cNvSpPr/>
            <p:nvPr/>
          </p:nvSpPr>
          <p:spPr>
            <a:xfrm>
              <a:off x="7345679" y="368046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d2</a:t>
              </a:r>
            </a:p>
          </p:txBody>
        </p:sp>
        <p:sp>
          <p:nvSpPr>
            <p:cNvPr id="21" name="Rectangle 41">
              <a:extLst>
                <a:ext uri="{FF2B5EF4-FFF2-40B4-BE49-F238E27FC236}">
                  <a16:creationId xmlns:a16="http://schemas.microsoft.com/office/drawing/2014/main" id="{C0D9504B-2874-3DC9-8B3E-8D107C090AB1}"/>
                </a:ext>
              </a:extLst>
            </p:cNvPr>
            <p:cNvSpPr/>
            <p:nvPr/>
          </p:nvSpPr>
          <p:spPr>
            <a:xfrm>
              <a:off x="7816849" y="368046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</a:p>
          </p:txBody>
        </p:sp>
        <p:sp>
          <p:nvSpPr>
            <p:cNvPr id="22" name="Rectangle 42">
              <a:extLst>
                <a:ext uri="{FF2B5EF4-FFF2-40B4-BE49-F238E27FC236}">
                  <a16:creationId xmlns:a16="http://schemas.microsoft.com/office/drawing/2014/main" id="{3529D06A-7E45-BE89-1B6A-3FD1E9DFFCD0}"/>
                </a:ext>
              </a:extLst>
            </p:cNvPr>
            <p:cNvSpPr/>
            <p:nvPr/>
          </p:nvSpPr>
          <p:spPr>
            <a:xfrm>
              <a:off x="6661150" y="413004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6A1B9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PSK</a:t>
              </a:r>
            </a:p>
          </p:txBody>
        </p:sp>
        <p:sp>
          <p:nvSpPr>
            <p:cNvPr id="23" name="Rectangle 44">
              <a:extLst>
                <a:ext uri="{FF2B5EF4-FFF2-40B4-BE49-F238E27FC236}">
                  <a16:creationId xmlns:a16="http://schemas.microsoft.com/office/drawing/2014/main" id="{041EFE88-FEE1-3335-160D-8F9083044E5E}"/>
                </a:ext>
              </a:extLst>
            </p:cNvPr>
            <p:cNvSpPr/>
            <p:nvPr/>
          </p:nvSpPr>
          <p:spPr>
            <a:xfrm>
              <a:off x="7345679" y="413004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d4</a:t>
              </a:r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49581FBF-72C9-E898-8F3C-6EEC823906D5}"/>
                </a:ext>
              </a:extLst>
            </p:cNvPr>
            <p:cNvSpPr/>
            <p:nvPr/>
          </p:nvSpPr>
          <p:spPr>
            <a:xfrm>
              <a:off x="6661150" y="477012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0069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</a:t>
              </a:r>
            </a:p>
          </p:txBody>
        </p:sp>
        <p:sp>
          <p:nvSpPr>
            <p:cNvPr id="26" name="Rectangle 48">
              <a:extLst>
                <a:ext uri="{FF2B5EF4-FFF2-40B4-BE49-F238E27FC236}">
                  <a16:creationId xmlns:a16="http://schemas.microsoft.com/office/drawing/2014/main" id="{A8C0454B-59DA-82E5-E4FA-30E81D246AAA}"/>
                </a:ext>
              </a:extLst>
            </p:cNvPr>
            <p:cNvSpPr/>
            <p:nvPr/>
          </p:nvSpPr>
          <p:spPr>
            <a:xfrm>
              <a:off x="7345679" y="477012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</a:p>
          </p:txBody>
        </p:sp>
        <p:sp>
          <p:nvSpPr>
            <p:cNvPr id="27" name="Rectangle 49">
              <a:extLst>
                <a:ext uri="{FF2B5EF4-FFF2-40B4-BE49-F238E27FC236}">
                  <a16:creationId xmlns:a16="http://schemas.microsoft.com/office/drawing/2014/main" id="{000596FB-68BA-F997-7659-9BE653AF720C}"/>
                </a:ext>
              </a:extLst>
            </p:cNvPr>
            <p:cNvSpPr/>
            <p:nvPr/>
          </p:nvSpPr>
          <p:spPr>
            <a:xfrm>
              <a:off x="7816849" y="477012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d3</a:t>
              </a:r>
            </a:p>
          </p:txBody>
        </p:sp>
        <p:sp>
          <p:nvSpPr>
            <p:cNvPr id="29" name="Rectangle 51">
              <a:extLst>
                <a:ext uri="{FF2B5EF4-FFF2-40B4-BE49-F238E27FC236}">
                  <a16:creationId xmlns:a16="http://schemas.microsoft.com/office/drawing/2014/main" id="{713C8698-2497-CC58-6D06-63F095A8EAEE}"/>
                </a:ext>
              </a:extLst>
            </p:cNvPr>
            <p:cNvSpPr/>
            <p:nvPr/>
          </p:nvSpPr>
          <p:spPr>
            <a:xfrm>
              <a:off x="6661150" y="521970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0069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</a:t>
              </a:r>
            </a:p>
          </p:txBody>
        </p:sp>
        <p:sp>
          <p:nvSpPr>
            <p:cNvPr id="30" name="Rectangle 53">
              <a:extLst>
                <a:ext uri="{FF2B5EF4-FFF2-40B4-BE49-F238E27FC236}">
                  <a16:creationId xmlns:a16="http://schemas.microsoft.com/office/drawing/2014/main" id="{ECF19531-D645-A61D-B099-83B41CB24545}"/>
                </a:ext>
              </a:extLst>
            </p:cNvPr>
            <p:cNvSpPr/>
            <p:nvPr/>
          </p:nvSpPr>
          <p:spPr>
            <a:xfrm>
              <a:off x="7345679" y="521970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d2</a:t>
              </a:r>
            </a:p>
          </p:txBody>
        </p:sp>
        <p:sp>
          <p:nvSpPr>
            <p:cNvPr id="31" name="Rectangle 54">
              <a:extLst>
                <a:ext uri="{FF2B5EF4-FFF2-40B4-BE49-F238E27FC236}">
                  <a16:creationId xmlns:a16="http://schemas.microsoft.com/office/drawing/2014/main" id="{8B9BD0AB-0B6E-06E5-B315-EC1C33CBE9B4}"/>
                </a:ext>
              </a:extLst>
            </p:cNvPr>
            <p:cNvSpPr/>
            <p:nvPr/>
          </p:nvSpPr>
          <p:spPr>
            <a:xfrm>
              <a:off x="7816849" y="521970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</a:p>
          </p:txBody>
        </p:sp>
        <p:sp>
          <p:nvSpPr>
            <p:cNvPr id="32" name="Rectangle 55">
              <a:extLst>
                <a:ext uri="{FF2B5EF4-FFF2-40B4-BE49-F238E27FC236}">
                  <a16:creationId xmlns:a16="http://schemas.microsoft.com/office/drawing/2014/main" id="{5A497450-D7C4-884C-9187-19F790D8CECB}"/>
                </a:ext>
              </a:extLst>
            </p:cNvPr>
            <p:cNvSpPr/>
            <p:nvPr/>
          </p:nvSpPr>
          <p:spPr>
            <a:xfrm>
              <a:off x="6661150" y="566928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0069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干扰</a:t>
              </a:r>
            </a:p>
          </p:txBody>
        </p:sp>
        <p:sp>
          <p:nvSpPr>
            <p:cNvPr id="33" name="Rectangle 57">
              <a:extLst>
                <a:ext uri="{FF2B5EF4-FFF2-40B4-BE49-F238E27FC236}">
                  <a16:creationId xmlns:a16="http://schemas.microsoft.com/office/drawing/2014/main" id="{9E726E3D-16D5-29A0-899E-4F0749C53454}"/>
                </a:ext>
              </a:extLst>
            </p:cNvPr>
            <p:cNvSpPr/>
            <p:nvPr/>
          </p:nvSpPr>
          <p:spPr>
            <a:xfrm>
              <a:off x="7345679" y="566928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d4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406B1D7-9C9C-85BA-3689-E75D1F26F895}"/>
                </a:ext>
              </a:extLst>
            </p:cNvPr>
            <p:cNvSpPr txBox="1"/>
            <p:nvPr/>
          </p:nvSpPr>
          <p:spPr>
            <a:xfrm>
              <a:off x="6807716" y="1045656"/>
              <a:ext cx="461665" cy="553998"/>
            </a:xfrm>
            <a:prstGeom prst="rect">
              <a:avLst/>
            </a:prstGeom>
            <a:noFill/>
          </p:spPr>
          <p:txBody>
            <a:bodyPr vert="vert"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CE3CE39-B7F5-248E-A84C-77604B691CD2}"/>
                </a:ext>
              </a:extLst>
            </p:cNvPr>
            <p:cNvSpPr txBox="1"/>
            <p:nvPr/>
          </p:nvSpPr>
          <p:spPr>
            <a:xfrm>
              <a:off x="7572852" y="1284208"/>
              <a:ext cx="461665" cy="315151"/>
            </a:xfrm>
            <a:prstGeom prst="rect">
              <a:avLst/>
            </a:prstGeom>
            <a:noFill/>
          </p:spPr>
          <p:txBody>
            <a:bodyPr vert="vert"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792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24">
            <a:extLst>
              <a:ext uri="{FF2B5EF4-FFF2-40B4-BE49-F238E27FC236}">
                <a16:creationId xmlns:a16="http://schemas.microsoft.com/office/drawing/2014/main" id="{FB79C51F-4E26-A818-BEC0-7F158637F36D}"/>
              </a:ext>
            </a:extLst>
          </p:cNvPr>
          <p:cNvSpPr/>
          <p:nvPr/>
        </p:nvSpPr>
        <p:spPr>
          <a:xfrm>
            <a:off x="4184650" y="786130"/>
            <a:ext cx="320040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 err="1">
                <a:solidFill>
                  <a:schemeClr val="tx1"/>
                </a:solidFill>
              </a:rPr>
              <a:t>新数据写入</a:t>
            </a:r>
            <a:r>
              <a:rPr sz="1000" b="1" dirty="0">
                <a:solidFill>
                  <a:schemeClr val="tx1"/>
                </a:solidFill>
              </a:rPr>
              <a:t> / </a:t>
            </a:r>
            <a:r>
              <a:rPr sz="1000" b="1" dirty="0" err="1">
                <a:solidFill>
                  <a:schemeClr val="tx1"/>
                </a:solidFill>
              </a:rPr>
              <a:t>冷热迁移</a:t>
            </a:r>
            <a:endParaRPr sz="1000" b="1" dirty="0">
              <a:solidFill>
                <a:schemeClr val="tx1"/>
              </a:solidFill>
            </a:endParaRPr>
          </a:p>
        </p:txBody>
      </p:sp>
      <p:cxnSp>
        <p:nvCxnSpPr>
          <p:cNvPr id="10" name="Connector 25">
            <a:extLst>
              <a:ext uri="{FF2B5EF4-FFF2-40B4-BE49-F238E27FC236}">
                <a16:creationId xmlns:a16="http://schemas.microsoft.com/office/drawing/2014/main" id="{DF519FED-A67C-38C0-3B53-4C5C4EB4F173}"/>
              </a:ext>
            </a:extLst>
          </p:cNvPr>
          <p:cNvCxnSpPr/>
          <p:nvPr/>
        </p:nvCxnSpPr>
        <p:spPr>
          <a:xfrm>
            <a:off x="5784850" y="1289050"/>
            <a:ext cx="0" cy="274320"/>
          </a:xfrm>
          <a:prstGeom prst="line">
            <a:avLst/>
          </a:prstGeom>
          <a:ln w="31750">
            <a:solidFill>
              <a:srgbClr val="E65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26">
            <a:extLst>
              <a:ext uri="{FF2B5EF4-FFF2-40B4-BE49-F238E27FC236}">
                <a16:creationId xmlns:a16="http://schemas.microsoft.com/office/drawing/2014/main" id="{66159868-7767-CBE7-2980-30D62D7F1142}"/>
              </a:ext>
            </a:extLst>
          </p:cNvPr>
          <p:cNvSpPr/>
          <p:nvPr/>
        </p:nvSpPr>
        <p:spPr>
          <a:xfrm>
            <a:off x="3727450" y="1563370"/>
            <a:ext cx="4114800" cy="3474720"/>
          </a:xfrm>
          <a:prstGeom prst="roundRect">
            <a:avLst/>
          </a:prstGeom>
          <a:solidFill>
            <a:srgbClr val="FFFDF8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3D970964-CF4D-9C96-F7E6-732273D72E5B}"/>
              </a:ext>
            </a:extLst>
          </p:cNvPr>
          <p:cNvSpPr txBox="1"/>
          <p:nvPr/>
        </p:nvSpPr>
        <p:spPr>
          <a:xfrm>
            <a:off x="4823689" y="1609090"/>
            <a:ext cx="192232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 err="1"/>
              <a:t>一次写入路径</a:t>
            </a:r>
            <a:r>
              <a:rPr sz="1000" b="1" dirty="0"/>
              <a:t> — </a:t>
            </a:r>
            <a:r>
              <a:rPr sz="1000" b="1" dirty="0" err="1"/>
              <a:t>串联联动完成</a:t>
            </a:r>
            <a:endParaRPr sz="1000" b="1" dirty="0"/>
          </a:p>
        </p:txBody>
      </p:sp>
      <p:sp>
        <p:nvSpPr>
          <p:cNvPr id="13" name="Rounded Rectangle 28">
            <a:extLst>
              <a:ext uri="{FF2B5EF4-FFF2-40B4-BE49-F238E27FC236}">
                <a16:creationId xmlns:a16="http://schemas.microsoft.com/office/drawing/2014/main" id="{BD8365AC-3A39-5723-6965-0CA8C74CE8D6}"/>
              </a:ext>
            </a:extLst>
          </p:cNvPr>
          <p:cNvSpPr/>
          <p:nvPr/>
        </p:nvSpPr>
        <p:spPr>
          <a:xfrm>
            <a:off x="4001770" y="1929130"/>
            <a:ext cx="1027424" cy="1645920"/>
          </a:xfrm>
          <a:prstGeom prst="roundRect">
            <a:avLst/>
          </a:prstGeom>
          <a:solidFill>
            <a:srgbClr val="DEECFA"/>
          </a:solidFill>
          <a:ln w="19050">
            <a:solidFill>
              <a:srgbClr val="1E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chemeClr val="tx1"/>
                </a:solidFill>
              </a:rPr>
              <a:t>① </a:t>
            </a:r>
            <a:r>
              <a:rPr sz="900" b="1" dirty="0" err="1">
                <a:solidFill>
                  <a:schemeClr val="tx1"/>
                </a:solidFill>
              </a:rPr>
              <a:t>索引插入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B+树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倒排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插入新键值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4" name="Connector 29">
            <a:extLst>
              <a:ext uri="{FF2B5EF4-FFF2-40B4-BE49-F238E27FC236}">
                <a16:creationId xmlns:a16="http://schemas.microsoft.com/office/drawing/2014/main" id="{9EBFD5AB-7CDE-FBE4-5045-B960D2E2BDB3}"/>
              </a:ext>
            </a:extLst>
          </p:cNvPr>
          <p:cNvCxnSpPr/>
          <p:nvPr/>
        </p:nvCxnSpPr>
        <p:spPr>
          <a:xfrm>
            <a:off x="5784850" y="2432050"/>
            <a:ext cx="0" cy="182880"/>
          </a:xfrm>
          <a:prstGeom prst="line">
            <a:avLst/>
          </a:prstGeom>
          <a:ln w="19050">
            <a:solidFill>
              <a:srgbClr val="1E50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30">
            <a:extLst>
              <a:ext uri="{FF2B5EF4-FFF2-40B4-BE49-F238E27FC236}">
                <a16:creationId xmlns:a16="http://schemas.microsoft.com/office/drawing/2014/main" id="{9049BBC2-D5D9-D007-0383-9301B1B12423}"/>
              </a:ext>
            </a:extLst>
          </p:cNvPr>
          <p:cNvSpPr/>
          <p:nvPr/>
        </p:nvSpPr>
        <p:spPr>
          <a:xfrm>
            <a:off x="8167370" y="684530"/>
            <a:ext cx="1275079" cy="179197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更新认证哈希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6" name="Connector 31">
            <a:extLst>
              <a:ext uri="{FF2B5EF4-FFF2-40B4-BE49-F238E27FC236}">
                <a16:creationId xmlns:a16="http://schemas.microsoft.com/office/drawing/2014/main" id="{C28C3320-994B-44A0-A562-6C177B04C695}"/>
              </a:ext>
            </a:extLst>
          </p:cNvPr>
          <p:cNvCxnSpPr/>
          <p:nvPr/>
        </p:nvCxnSpPr>
        <p:spPr>
          <a:xfrm>
            <a:off x="5784850" y="3117850"/>
            <a:ext cx="0" cy="182880"/>
          </a:xfrm>
          <a:prstGeom prst="line">
            <a:avLst/>
          </a:prstGeom>
          <a:ln w="19050">
            <a:solidFill>
              <a:srgbClr val="B7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2">
            <a:extLst>
              <a:ext uri="{FF2B5EF4-FFF2-40B4-BE49-F238E27FC236}">
                <a16:creationId xmlns:a16="http://schemas.microsoft.com/office/drawing/2014/main" id="{03F8098A-041A-E2F5-7BA7-58AEB6FFB537}"/>
              </a:ext>
            </a:extLst>
          </p:cNvPr>
          <p:cNvSpPr/>
          <p:nvPr/>
        </p:nvSpPr>
        <p:spPr>
          <a:xfrm>
            <a:off x="8167370" y="2620010"/>
            <a:ext cx="868680" cy="200660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dirty="0" err="1">
                <a:solidFill>
                  <a:schemeClr val="tx1"/>
                </a:solidFill>
              </a:rPr>
              <a:t>更新聚合布隆过滤器编码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8" name="Connector 33">
            <a:extLst>
              <a:ext uri="{FF2B5EF4-FFF2-40B4-BE49-F238E27FC236}">
                <a16:creationId xmlns:a16="http://schemas.microsoft.com/office/drawing/2014/main" id="{8988FB18-906C-E948-6025-FD8D99B19DA6}"/>
              </a:ext>
            </a:extLst>
          </p:cNvPr>
          <p:cNvCxnSpPr/>
          <p:nvPr/>
        </p:nvCxnSpPr>
        <p:spPr>
          <a:xfrm>
            <a:off x="5784850" y="3803650"/>
            <a:ext cx="0" cy="182880"/>
          </a:xfrm>
          <a:prstGeom prst="line">
            <a:avLst/>
          </a:prstGeom>
          <a:ln w="190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34">
            <a:extLst>
              <a:ext uri="{FF2B5EF4-FFF2-40B4-BE49-F238E27FC236}">
                <a16:creationId xmlns:a16="http://schemas.microsoft.com/office/drawing/2014/main" id="{AA6CCAFD-67B1-1126-E278-F4564818C802}"/>
              </a:ext>
            </a:extLst>
          </p:cNvPr>
          <p:cNvSpPr/>
          <p:nvPr/>
        </p:nvSpPr>
        <p:spPr>
          <a:xfrm>
            <a:off x="4001770" y="3986530"/>
            <a:ext cx="3566160" cy="6400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chemeClr val="tx1"/>
                </a:solidFill>
              </a:rPr>
              <a:t>④ </a:t>
            </a:r>
            <a:r>
              <a:rPr sz="800" b="1" dirty="0" err="1">
                <a:solidFill>
                  <a:schemeClr val="tx1"/>
                </a:solidFill>
              </a:rPr>
              <a:t>学习模型检查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预测误差</a:t>
            </a:r>
            <a:r>
              <a:rPr dirty="0">
                <a:solidFill>
                  <a:schemeClr val="tx1"/>
                </a:solidFill>
              </a:rPr>
              <a:t> &gt; </a:t>
            </a:r>
            <a:r>
              <a:rPr dirty="0" err="1">
                <a:solidFill>
                  <a:schemeClr val="tx1"/>
                </a:solidFill>
              </a:rPr>
              <a:t>阈值</a:t>
            </a:r>
            <a:r>
              <a:rPr dirty="0">
                <a:solidFill>
                  <a:schemeClr val="tx1"/>
                </a:solidFill>
              </a:rPr>
              <a:t>(</a:t>
            </a:r>
            <a:r>
              <a:rPr dirty="0" err="1">
                <a:solidFill>
                  <a:schemeClr val="tx1"/>
                </a:solidFill>
              </a:rPr>
              <a:t>概念漂移</a:t>
            </a:r>
            <a:r>
              <a:rPr dirty="0">
                <a:solidFill>
                  <a:schemeClr val="tx1"/>
                </a:solidFill>
              </a:rPr>
              <a:t>)?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→ 是: </a:t>
            </a:r>
            <a:r>
              <a:rPr dirty="0" err="1">
                <a:solidFill>
                  <a:schemeClr val="tx1"/>
                </a:solidFill>
              </a:rPr>
              <a:t>局部增量再训练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→ 否: </a:t>
            </a:r>
            <a:r>
              <a:rPr dirty="0" err="1">
                <a:solidFill>
                  <a:schemeClr val="tx1"/>
                </a:solidFill>
              </a:rPr>
              <a:t>跳过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0" name="Connector 35">
            <a:extLst>
              <a:ext uri="{FF2B5EF4-FFF2-40B4-BE49-F238E27FC236}">
                <a16:creationId xmlns:a16="http://schemas.microsoft.com/office/drawing/2014/main" id="{DBCA0F7B-477F-FE37-2239-E03AE47D738B}"/>
              </a:ext>
            </a:extLst>
          </p:cNvPr>
          <p:cNvCxnSpPr/>
          <p:nvPr/>
        </p:nvCxnSpPr>
        <p:spPr>
          <a:xfrm>
            <a:off x="5784850" y="5038090"/>
            <a:ext cx="0" cy="228600"/>
          </a:xfrm>
          <a:prstGeom prst="line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36">
            <a:extLst>
              <a:ext uri="{FF2B5EF4-FFF2-40B4-BE49-F238E27FC236}">
                <a16:creationId xmlns:a16="http://schemas.microsoft.com/office/drawing/2014/main" id="{28264229-42B3-639C-BC52-D12F526826BA}"/>
              </a:ext>
            </a:extLst>
          </p:cNvPr>
          <p:cNvSpPr/>
          <p:nvPr/>
        </p:nvSpPr>
        <p:spPr>
          <a:xfrm>
            <a:off x="4001770" y="5266690"/>
            <a:ext cx="3566160" cy="5029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chemeClr val="tx1"/>
                </a:solidFill>
              </a:rPr>
              <a:t>新SMT Root上链 → Dchain更新</a:t>
            </a:r>
          </a:p>
        </p:txBody>
      </p:sp>
      <p:sp>
        <p:nvSpPr>
          <p:cNvPr id="22" name="Rounded Rectangle 37">
            <a:extLst>
              <a:ext uri="{FF2B5EF4-FFF2-40B4-BE49-F238E27FC236}">
                <a16:creationId xmlns:a16="http://schemas.microsoft.com/office/drawing/2014/main" id="{0714A205-3906-D0A2-EA15-2AE1EB6E6087}"/>
              </a:ext>
            </a:extLst>
          </p:cNvPr>
          <p:cNvSpPr/>
          <p:nvPr/>
        </p:nvSpPr>
        <p:spPr>
          <a:xfrm>
            <a:off x="4001770" y="5906770"/>
            <a:ext cx="3566160" cy="594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chemeClr val="tx1"/>
                </a:solidFill>
              </a:rPr>
              <a:t>多节点拜占庭容错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部分节点异常 → 多数一致维护整体可信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→ 抗抵赖 · 全生命周期追溯</a:t>
            </a:r>
          </a:p>
        </p:txBody>
      </p:sp>
    </p:spTree>
    <p:extLst>
      <p:ext uri="{BB962C8B-B14F-4D97-AF65-F5344CB8AC3E}">
        <p14:creationId xmlns:p14="http://schemas.microsoft.com/office/powerpoint/2010/main" val="2401590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FD745F6E-A482-511D-353B-841583DE3E83}"/>
              </a:ext>
            </a:extLst>
          </p:cNvPr>
          <p:cNvGrpSpPr/>
          <p:nvPr/>
        </p:nvGrpSpPr>
        <p:grpSpPr>
          <a:xfrm rot="16200000">
            <a:off x="4396859" y="422791"/>
            <a:ext cx="2816929" cy="5943600"/>
            <a:chOff x="4396859" y="422791"/>
            <a:chExt cx="2816929" cy="5943600"/>
          </a:xfrm>
        </p:grpSpPr>
        <p:sp>
          <p:nvSpPr>
            <p:cNvPr id="4" name="Rectangle 25">
              <a:extLst>
                <a:ext uri="{FF2B5EF4-FFF2-40B4-BE49-F238E27FC236}">
                  <a16:creationId xmlns:a16="http://schemas.microsoft.com/office/drawing/2014/main" id="{A45F8F68-8607-1258-A1B5-EED94C176337}"/>
                </a:ext>
              </a:extLst>
            </p:cNvPr>
            <p:cNvSpPr/>
            <p:nvPr/>
          </p:nvSpPr>
          <p:spPr>
            <a:xfrm rot="5400000">
              <a:off x="5682168" y="3432691"/>
              <a:ext cx="2560320" cy="502920"/>
            </a:xfrm>
            <a:prstGeom prst="rect">
              <a:avLst/>
            </a:prstGeom>
            <a:solidFill>
              <a:srgbClr val="0070C0"/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" name="Connector 27">
              <a:extLst>
                <a:ext uri="{FF2B5EF4-FFF2-40B4-BE49-F238E27FC236}">
                  <a16:creationId xmlns:a16="http://schemas.microsoft.com/office/drawing/2014/main" id="{41D40ACB-B4CD-C1B3-F883-71A5E2BAD7A7}"/>
                </a:ext>
              </a:extLst>
            </p:cNvPr>
            <p:cNvCxnSpPr/>
            <p:nvPr/>
          </p:nvCxnSpPr>
          <p:spPr>
            <a:xfrm rot="5400000" flipH="1">
              <a:off x="6004441" y="2243971"/>
              <a:ext cx="1005840" cy="411480"/>
            </a:xfrm>
            <a:prstGeom prst="line">
              <a:avLst/>
            </a:prstGeom>
            <a:ln w="1524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28">
              <a:extLst>
                <a:ext uri="{FF2B5EF4-FFF2-40B4-BE49-F238E27FC236}">
                  <a16:creationId xmlns:a16="http://schemas.microsoft.com/office/drawing/2014/main" id="{02338E12-9152-AE06-515A-80CAF3CB1617}"/>
                </a:ext>
              </a:extLst>
            </p:cNvPr>
            <p:cNvCxnSpPr/>
            <p:nvPr/>
          </p:nvCxnSpPr>
          <p:spPr>
            <a:xfrm rot="5400000">
              <a:off x="6507361" y="3478411"/>
              <a:ext cx="0" cy="411480"/>
            </a:xfrm>
            <a:prstGeom prst="line">
              <a:avLst/>
            </a:prstGeom>
            <a:ln w="1524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29">
              <a:extLst>
                <a:ext uri="{FF2B5EF4-FFF2-40B4-BE49-F238E27FC236}">
                  <a16:creationId xmlns:a16="http://schemas.microsoft.com/office/drawing/2014/main" id="{41B868CC-272E-D9B9-B0AE-BAFCAEE5F290}"/>
                </a:ext>
              </a:extLst>
            </p:cNvPr>
            <p:cNvCxnSpPr/>
            <p:nvPr/>
          </p:nvCxnSpPr>
          <p:spPr>
            <a:xfrm rot="5400000">
              <a:off x="6004441" y="4621411"/>
              <a:ext cx="1005840" cy="411480"/>
            </a:xfrm>
            <a:prstGeom prst="line">
              <a:avLst/>
            </a:prstGeom>
            <a:ln w="1524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30">
              <a:extLst>
                <a:ext uri="{FF2B5EF4-FFF2-40B4-BE49-F238E27FC236}">
                  <a16:creationId xmlns:a16="http://schemas.microsoft.com/office/drawing/2014/main" id="{2E75954D-93B9-A1C5-921D-1FA7618D67F4}"/>
                </a:ext>
              </a:extLst>
            </p:cNvPr>
            <p:cNvSpPr/>
            <p:nvPr/>
          </p:nvSpPr>
          <p:spPr>
            <a:xfrm rot="5400000">
              <a:off x="5387221" y="1763911"/>
              <a:ext cx="1371600" cy="457200"/>
            </a:xfrm>
            <a:prstGeom prst="rect">
              <a:avLst/>
            </a:prstGeom>
            <a:solidFill>
              <a:srgbClr val="0070C0"/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M1</a:t>
              </a:r>
            </a:p>
          </p:txBody>
        </p:sp>
        <p:sp>
          <p:nvSpPr>
            <p:cNvPr id="9" name="Rectangle 31">
              <a:extLst>
                <a:ext uri="{FF2B5EF4-FFF2-40B4-BE49-F238E27FC236}">
                  <a16:creationId xmlns:a16="http://schemas.microsoft.com/office/drawing/2014/main" id="{EF1AC564-0489-DC59-9DDD-37218C6F40A7}"/>
                </a:ext>
              </a:extLst>
            </p:cNvPr>
            <p:cNvSpPr/>
            <p:nvPr/>
          </p:nvSpPr>
          <p:spPr>
            <a:xfrm rot="5400000">
              <a:off x="5387221" y="3501271"/>
              <a:ext cx="1371600" cy="457200"/>
            </a:xfrm>
            <a:prstGeom prst="rect">
              <a:avLst/>
            </a:prstGeom>
            <a:solidFill>
              <a:srgbClr val="0070C0"/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M2</a:t>
              </a:r>
            </a:p>
          </p:txBody>
        </p:sp>
        <p:sp>
          <p:nvSpPr>
            <p:cNvPr id="10" name="Rectangle 32">
              <a:extLst>
                <a:ext uri="{FF2B5EF4-FFF2-40B4-BE49-F238E27FC236}">
                  <a16:creationId xmlns:a16="http://schemas.microsoft.com/office/drawing/2014/main" id="{8B31E59C-29A7-A1B6-C446-4ED75AB0965E}"/>
                </a:ext>
              </a:extLst>
            </p:cNvPr>
            <p:cNvSpPr/>
            <p:nvPr/>
          </p:nvSpPr>
          <p:spPr>
            <a:xfrm rot="5400000">
              <a:off x="5387221" y="5238631"/>
              <a:ext cx="1371600" cy="457200"/>
            </a:xfrm>
            <a:prstGeom prst="rect">
              <a:avLst/>
            </a:prstGeom>
            <a:solidFill>
              <a:srgbClr val="0070C0"/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M3</a:t>
              </a:r>
            </a:p>
          </p:txBody>
        </p:sp>
        <p:sp>
          <p:nvSpPr>
            <p:cNvPr id="18" name="Rectangle 42">
              <a:extLst>
                <a:ext uri="{FF2B5EF4-FFF2-40B4-BE49-F238E27FC236}">
                  <a16:creationId xmlns:a16="http://schemas.microsoft.com/office/drawing/2014/main" id="{6558A3E4-A827-4304-1A9F-56A5407F38E6}"/>
                </a:ext>
              </a:extLst>
            </p:cNvPr>
            <p:cNvSpPr/>
            <p:nvPr/>
          </p:nvSpPr>
          <p:spPr>
            <a:xfrm rot="5400000">
              <a:off x="4743331" y="49137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</a:p>
          </p:txBody>
        </p:sp>
        <p:sp>
          <p:nvSpPr>
            <p:cNvPr id="19" name="Rectangle 43">
              <a:extLst>
                <a:ext uri="{FF2B5EF4-FFF2-40B4-BE49-F238E27FC236}">
                  <a16:creationId xmlns:a16="http://schemas.microsoft.com/office/drawing/2014/main" id="{A636941A-8691-524E-1B44-1241834A75B6}"/>
                </a:ext>
              </a:extLst>
            </p:cNvPr>
            <p:cNvSpPr/>
            <p:nvPr/>
          </p:nvSpPr>
          <p:spPr>
            <a:xfrm rot="5400000">
              <a:off x="4743331" y="108573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d6</a:t>
              </a:r>
            </a:p>
          </p:txBody>
        </p:sp>
        <p:sp>
          <p:nvSpPr>
            <p:cNvPr id="20" name="Rectangle 44">
              <a:extLst>
                <a:ext uri="{FF2B5EF4-FFF2-40B4-BE49-F238E27FC236}">
                  <a16:creationId xmlns:a16="http://schemas.microsoft.com/office/drawing/2014/main" id="{0A79C03F-020F-49C5-DBBE-64788EBD22DB}"/>
                </a:ext>
              </a:extLst>
            </p:cNvPr>
            <p:cNvSpPr/>
            <p:nvPr/>
          </p:nvSpPr>
          <p:spPr>
            <a:xfrm rot="5400000">
              <a:off x="4743331" y="168009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d7</a:t>
              </a:r>
            </a:p>
          </p:txBody>
        </p:sp>
        <p:sp>
          <p:nvSpPr>
            <p:cNvPr id="21" name="Rectangle 45">
              <a:extLst>
                <a:ext uri="{FF2B5EF4-FFF2-40B4-BE49-F238E27FC236}">
                  <a16:creationId xmlns:a16="http://schemas.microsoft.com/office/drawing/2014/main" id="{E6E89535-EB76-E588-B394-2BBD02F9A29C}"/>
                </a:ext>
              </a:extLst>
            </p:cNvPr>
            <p:cNvSpPr/>
            <p:nvPr/>
          </p:nvSpPr>
          <p:spPr>
            <a:xfrm rot="5400000">
              <a:off x="4743331" y="227445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d8</a:t>
              </a:r>
            </a:p>
          </p:txBody>
        </p:sp>
        <p:sp>
          <p:nvSpPr>
            <p:cNvPr id="22" name="Rectangle 46">
              <a:extLst>
                <a:ext uri="{FF2B5EF4-FFF2-40B4-BE49-F238E27FC236}">
                  <a16:creationId xmlns:a16="http://schemas.microsoft.com/office/drawing/2014/main" id="{D2EF7FB3-6585-6038-CEBB-E662FF6F0C9A}"/>
                </a:ext>
              </a:extLst>
            </p:cNvPr>
            <p:cNvSpPr/>
            <p:nvPr/>
          </p:nvSpPr>
          <p:spPr>
            <a:xfrm rot="5400000">
              <a:off x="4743331" y="2868811"/>
              <a:ext cx="594360" cy="457200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d9</a:t>
              </a:r>
            </a:p>
          </p:txBody>
        </p:sp>
        <p:sp>
          <p:nvSpPr>
            <p:cNvPr id="23" name="Rectangle 47">
              <a:extLst>
                <a:ext uri="{FF2B5EF4-FFF2-40B4-BE49-F238E27FC236}">
                  <a16:creationId xmlns:a16="http://schemas.microsoft.com/office/drawing/2014/main" id="{2F661BC8-B4BD-011B-DD1C-F7331E890797}"/>
                </a:ext>
              </a:extLst>
            </p:cNvPr>
            <p:cNvSpPr/>
            <p:nvPr/>
          </p:nvSpPr>
          <p:spPr>
            <a:xfrm rot="5400000">
              <a:off x="4743331" y="3463171"/>
              <a:ext cx="594360" cy="457200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d10</a:t>
              </a:r>
            </a:p>
          </p:txBody>
        </p:sp>
        <p:sp>
          <p:nvSpPr>
            <p:cNvPr id="24" name="Rectangle 48">
              <a:extLst>
                <a:ext uri="{FF2B5EF4-FFF2-40B4-BE49-F238E27FC236}">
                  <a16:creationId xmlns:a16="http://schemas.microsoft.com/office/drawing/2014/main" id="{413C13D7-CFD4-1A6F-0002-5BDD6190F62A}"/>
                </a:ext>
              </a:extLst>
            </p:cNvPr>
            <p:cNvSpPr/>
            <p:nvPr/>
          </p:nvSpPr>
          <p:spPr>
            <a:xfrm rot="5400000">
              <a:off x="4743331" y="4057531"/>
              <a:ext cx="594360" cy="457200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d11</a:t>
              </a:r>
            </a:p>
          </p:txBody>
        </p:sp>
        <p:sp>
          <p:nvSpPr>
            <p:cNvPr id="25" name="Rectangle 49">
              <a:extLst>
                <a:ext uri="{FF2B5EF4-FFF2-40B4-BE49-F238E27FC236}">
                  <a16:creationId xmlns:a16="http://schemas.microsoft.com/office/drawing/2014/main" id="{E157A4DE-1266-6190-519F-5D607B7F8762}"/>
                </a:ext>
              </a:extLst>
            </p:cNvPr>
            <p:cNvSpPr/>
            <p:nvPr/>
          </p:nvSpPr>
          <p:spPr>
            <a:xfrm rot="5400000">
              <a:off x="4743331" y="465189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d12</a:t>
              </a:r>
            </a:p>
          </p:txBody>
        </p:sp>
        <p:sp>
          <p:nvSpPr>
            <p:cNvPr id="26" name="Rectangle 50">
              <a:extLst>
                <a:ext uri="{FF2B5EF4-FFF2-40B4-BE49-F238E27FC236}">
                  <a16:creationId xmlns:a16="http://schemas.microsoft.com/office/drawing/2014/main" id="{D69FAFBC-0896-B9DE-80E7-7E693CC3529B}"/>
                </a:ext>
              </a:extLst>
            </p:cNvPr>
            <p:cNvSpPr/>
            <p:nvPr/>
          </p:nvSpPr>
          <p:spPr>
            <a:xfrm rot="5400000">
              <a:off x="4743331" y="524625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d13</a:t>
              </a:r>
            </a:p>
          </p:txBody>
        </p:sp>
        <p:sp>
          <p:nvSpPr>
            <p:cNvPr id="27" name="Rectangle 51">
              <a:extLst>
                <a:ext uri="{FF2B5EF4-FFF2-40B4-BE49-F238E27FC236}">
                  <a16:creationId xmlns:a16="http://schemas.microsoft.com/office/drawing/2014/main" id="{498C7C4A-F398-196F-F41B-B888B520E4DE}"/>
                </a:ext>
              </a:extLst>
            </p:cNvPr>
            <p:cNvSpPr/>
            <p:nvPr/>
          </p:nvSpPr>
          <p:spPr>
            <a:xfrm rot="5400000">
              <a:off x="4743331" y="584061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d14</a:t>
              </a:r>
            </a:p>
          </p:txBody>
        </p:sp>
        <p:cxnSp>
          <p:nvCxnSpPr>
            <p:cNvPr id="34" name="连接符: 肘形 33">
              <a:extLst>
                <a:ext uri="{FF2B5EF4-FFF2-40B4-BE49-F238E27FC236}">
                  <a16:creationId xmlns:a16="http://schemas.microsoft.com/office/drawing/2014/main" id="{70F76A53-B017-256A-7CA0-78C71097E5C0}"/>
                </a:ext>
              </a:extLst>
            </p:cNvPr>
            <p:cNvCxnSpPr>
              <a:cxnSpLocks/>
              <a:stCxn id="8" idx="2"/>
              <a:endCxn id="22" idx="0"/>
            </p:cNvCxnSpPr>
            <p:nvPr/>
          </p:nvCxnSpPr>
          <p:spPr>
            <a:xfrm flipH="1">
              <a:off x="5269111" y="1992511"/>
              <a:ext cx="575310" cy="1104900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102EAEC3-FD63-AEFC-C7A3-C3836392E97A}"/>
                </a:ext>
              </a:extLst>
            </p:cNvPr>
            <p:cNvCxnSpPr>
              <a:cxnSpLocks/>
              <a:stCxn id="10" idx="2"/>
              <a:endCxn id="24" idx="0"/>
            </p:cNvCxnSpPr>
            <p:nvPr/>
          </p:nvCxnSpPr>
          <p:spPr>
            <a:xfrm rot="10800000">
              <a:off x="5269111" y="4286131"/>
              <a:ext cx="575310" cy="11811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56">
              <a:extLst>
                <a:ext uri="{FF2B5EF4-FFF2-40B4-BE49-F238E27FC236}">
                  <a16:creationId xmlns:a16="http://schemas.microsoft.com/office/drawing/2014/main" id="{A184AD63-5A7C-7A3A-EBFE-D0D383433C31}"/>
                </a:ext>
              </a:extLst>
            </p:cNvPr>
            <p:cNvSpPr txBox="1"/>
            <p:nvPr/>
          </p:nvSpPr>
          <p:spPr>
            <a:xfrm rot="5400000">
              <a:off x="3764634" y="3507106"/>
              <a:ext cx="163378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b="1" dirty="0">
                  <a:solidFill>
                    <a:srgbClr val="E651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← pos ± ε →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10200A7-86B8-D4BE-4488-65ACAE506FAB}"/>
                </a:ext>
              </a:extLst>
            </p:cNvPr>
            <p:cNvSpPr txBox="1"/>
            <p:nvPr/>
          </p:nvSpPr>
          <p:spPr>
            <a:xfrm>
              <a:off x="6731496" y="2953107"/>
              <a:ext cx="461665" cy="147732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索引学习模型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475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0254702,50043182,50032347,50046448],&quot;65&quot;:[20205081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277</Words>
  <Application>Microsoft Office PowerPoint</Application>
  <PresentationFormat>宽屏</PresentationFormat>
  <Paragraphs>134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Huang</dc:creator>
  <cp:lastModifiedBy>Xin Huang</cp:lastModifiedBy>
  <cp:revision>11</cp:revision>
  <dcterms:created xsi:type="dcterms:W3CDTF">2026-06-15T05:56:50Z</dcterms:created>
  <dcterms:modified xsi:type="dcterms:W3CDTF">2026-06-23T15:56:19Z</dcterms:modified>
</cp:coreProperties>
</file>